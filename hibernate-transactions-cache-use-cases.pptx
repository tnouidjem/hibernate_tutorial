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ad329f2704d65" /><Relationship Type="http://schemas.openxmlformats.org/officeDocument/2006/relationships/extended-properties" Target="/docProps/app.xml" Id="R153c3be1f0364b51" /><Relationship Type="http://schemas.openxmlformats.org/officeDocument/2006/relationships/officeDocument" Target="/ppt/presentation.xml" Id="R581a66639cb3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664554eda4c1a"/>
  </p:sldMasterIdLst>
  <p:notesMasterIdLst>
    <p:notesMasterId xmlns:r="http://schemas.openxmlformats.org/officeDocument/2006/relationships" r:id="R74bebbe7e7434210"/>
  </p:notesMasterIdLst>
  <p:sldIdLst>
    <p:sldId xmlns:r="http://schemas.openxmlformats.org/officeDocument/2006/relationships" id="256" r:id="R04146f6839464046"/>
    <p:sldId xmlns:r="http://schemas.openxmlformats.org/officeDocument/2006/relationships" id="257" r:id="R23ba475259d44a14"/>
    <p:sldId xmlns:r="http://schemas.openxmlformats.org/officeDocument/2006/relationships" id="258" r:id="R735817b479484e94"/>
    <p:sldId xmlns:r="http://schemas.openxmlformats.org/officeDocument/2006/relationships" id="259" r:id="R63c1a98400244194"/>
    <p:sldId xmlns:r="http://schemas.openxmlformats.org/officeDocument/2006/relationships" id="260" r:id="R49d1ae8eca5b452f"/>
    <p:sldId xmlns:r="http://schemas.openxmlformats.org/officeDocument/2006/relationships" id="261" r:id="Ra6f60925a38e48aa"/>
    <p:sldId xmlns:r="http://schemas.openxmlformats.org/officeDocument/2006/relationships" id="262" r:id="Rc03358b683584be1"/>
    <p:sldId xmlns:r="http://schemas.openxmlformats.org/officeDocument/2006/relationships" id="263" r:id="Ref217f22a8684566"/>
    <p:sldId xmlns:r="http://schemas.openxmlformats.org/officeDocument/2006/relationships" id="264" r:id="Rd51fc7792c04409a"/>
    <p:sldId xmlns:r="http://schemas.openxmlformats.org/officeDocument/2006/relationships" id="265" r:id="R12ac1f946aa44175"/>
    <p:sldId xmlns:r="http://schemas.openxmlformats.org/officeDocument/2006/relationships" id="266" r:id="Rf72cd4cd07ec4221"/>
    <p:sldId xmlns:r="http://schemas.openxmlformats.org/officeDocument/2006/relationships" id="267" r:id="Rcffc21c061264220"/>
    <p:sldId xmlns:r="http://schemas.openxmlformats.org/officeDocument/2006/relationships" id="268" r:id="R7e80b2684aa84712"/>
    <p:sldId xmlns:r="http://schemas.openxmlformats.org/officeDocument/2006/relationships" id="269" r:id="Rd950b1cab52b4947"/>
    <p:sldId xmlns:r="http://schemas.openxmlformats.org/officeDocument/2006/relationships" id="270" r:id="R1c039ef784d14aee"/>
    <p:sldId xmlns:r="http://schemas.openxmlformats.org/officeDocument/2006/relationships" id="271" r:id="Rbb8e44fe3c2d440e"/>
    <p:sldId xmlns:r="http://schemas.openxmlformats.org/officeDocument/2006/relationships" id="272" r:id="R62a7079b05844044"/>
    <p:sldId xmlns:r="http://schemas.openxmlformats.org/officeDocument/2006/relationships" id="273" r:id="R9ae32f23af974fdf"/>
    <p:sldId xmlns:r="http://schemas.openxmlformats.org/officeDocument/2006/relationships" id="274" r:id="Rb51a5df19cbd4460"/>
    <p:sldId xmlns:r="http://schemas.openxmlformats.org/officeDocument/2006/relationships" id="275" r:id="R2bcf8e3a2bf944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664554eda4c1a" /><Relationship Type="http://schemas.openxmlformats.org/officeDocument/2006/relationships/theme" Target="/ppt/theme/theme1.xml" Id="R281ce61060784b92" /><Relationship Type="http://schemas.openxmlformats.org/officeDocument/2006/relationships/notesMaster" Target="/ppt/notesMasters/notesMaster1.xml" Id="R74bebbe7e7434210" /><Relationship Type="http://schemas.openxmlformats.org/officeDocument/2006/relationships/presProps" Target="/ppt/presProps.xml" Id="R23be34ba8bbd4e5a" /><Relationship Type="http://schemas.openxmlformats.org/officeDocument/2006/relationships/viewProps" Target="/ppt/viewProps.xml" Id="R7bf8872a8cee45a1" /><Relationship Type="http://schemas.openxmlformats.org/officeDocument/2006/relationships/tableStyles" Target="/ppt/tableStyles.xml" Id="R5087850d7ae94ce0" /><Relationship Type="http://schemas.openxmlformats.org/officeDocument/2006/relationships/slide" Target="/ppt/slides/slide1.xml" Id="R04146f6839464046" /><Relationship Type="http://schemas.openxmlformats.org/officeDocument/2006/relationships/slide" Target="/ppt/slides/slide2.xml" Id="R23ba475259d44a14" /><Relationship Type="http://schemas.openxmlformats.org/officeDocument/2006/relationships/slide" Target="/ppt/slides/slide3.xml" Id="R735817b479484e94" /><Relationship Type="http://schemas.openxmlformats.org/officeDocument/2006/relationships/slide" Target="/ppt/slides/slide4.xml" Id="R63c1a98400244194" /><Relationship Type="http://schemas.openxmlformats.org/officeDocument/2006/relationships/slide" Target="/ppt/slides/slide5.xml" Id="R49d1ae8eca5b452f" /><Relationship Type="http://schemas.openxmlformats.org/officeDocument/2006/relationships/slide" Target="/ppt/slides/slide6.xml" Id="Ra6f60925a38e48aa" /><Relationship Type="http://schemas.openxmlformats.org/officeDocument/2006/relationships/slide" Target="/ppt/slides/slide7.xml" Id="Rc03358b683584be1" /><Relationship Type="http://schemas.openxmlformats.org/officeDocument/2006/relationships/slide" Target="/ppt/slides/slide8.xml" Id="Ref217f22a8684566" /><Relationship Type="http://schemas.openxmlformats.org/officeDocument/2006/relationships/slide" Target="/ppt/slides/slide9.xml" Id="Rd51fc7792c04409a" /><Relationship Type="http://schemas.openxmlformats.org/officeDocument/2006/relationships/slide" Target="/ppt/slides/slide10.xml" Id="R12ac1f946aa44175" /><Relationship Type="http://schemas.openxmlformats.org/officeDocument/2006/relationships/slide" Target="/ppt/slides/slide11.xml" Id="Rf72cd4cd07ec4221" /><Relationship Type="http://schemas.openxmlformats.org/officeDocument/2006/relationships/slide" Target="/ppt/slides/slide12.xml" Id="Rcffc21c061264220" /><Relationship Type="http://schemas.openxmlformats.org/officeDocument/2006/relationships/slide" Target="/ppt/slides/slide13.xml" Id="R7e80b2684aa84712" /><Relationship Type="http://schemas.openxmlformats.org/officeDocument/2006/relationships/slide" Target="/ppt/slides/slide14.xml" Id="Rd950b1cab52b4947" /><Relationship Type="http://schemas.openxmlformats.org/officeDocument/2006/relationships/slide" Target="/ppt/slides/slide15.xml" Id="R1c039ef784d14aee" /><Relationship Type="http://schemas.openxmlformats.org/officeDocument/2006/relationships/slide" Target="/ppt/slides/slide16.xml" Id="Rbb8e44fe3c2d440e" /><Relationship Type="http://schemas.openxmlformats.org/officeDocument/2006/relationships/slide" Target="/ppt/slides/slide17.xml" Id="R62a7079b05844044" /><Relationship Type="http://schemas.openxmlformats.org/officeDocument/2006/relationships/slide" Target="/ppt/slides/slide18.xml" Id="R9ae32f23af974fdf" /><Relationship Type="http://schemas.openxmlformats.org/officeDocument/2006/relationships/slide" Target="/ppt/slides/slide19.xml" Id="Rb51a5df19cbd4460" /><Relationship Type="http://schemas.openxmlformats.org/officeDocument/2006/relationships/slide" Target="/ppt/slides/slide20.xml" Id="R2bcf8e3a2bf9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fd96dae98543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c92e921f94c50" /><Relationship Type="http://schemas.openxmlformats.org/officeDocument/2006/relationships/notesMaster" Target="/ppt/notesMasters/notesMaster1.xml" Id="R1c37a7fa4ae1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b2f36e42b4f7f" /><Relationship Type="http://schemas.openxmlformats.org/officeDocument/2006/relationships/notesMaster" Target="/ppt/notesMasters/notesMaster1.xml" Id="R0ace899ea1754d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646404601f4a2a" /><Relationship Type="http://schemas.openxmlformats.org/officeDocument/2006/relationships/notesMaster" Target="/ppt/notesMasters/notesMaster1.xml" Id="R1b201be4e0c2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6ae70e0a94153" /><Relationship Type="http://schemas.openxmlformats.org/officeDocument/2006/relationships/notesMaster" Target="/ppt/notesMasters/notesMaster1.xml" Id="Rfdccb4180c0945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5ffbbe3aa4407e" /><Relationship Type="http://schemas.openxmlformats.org/officeDocument/2006/relationships/notesMaster" Target="/ppt/notesMasters/notesMaster1.xml" Id="R50903b99a1c345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1a1a9931e64f1f" /><Relationship Type="http://schemas.openxmlformats.org/officeDocument/2006/relationships/notesMaster" Target="/ppt/notesMasters/notesMaster1.xml" Id="R0c2b00181b7d4b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fa724bd3254882" /><Relationship Type="http://schemas.openxmlformats.org/officeDocument/2006/relationships/notesMaster" Target="/ppt/notesMasters/notesMaster1.xml" Id="R18eaef971400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5b5c549884ca9" /><Relationship Type="http://schemas.openxmlformats.org/officeDocument/2006/relationships/notesMaster" Target="/ppt/notesMasters/notesMaster1.xml" Id="Rd0746989644049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e533854a0b438c" /><Relationship Type="http://schemas.openxmlformats.org/officeDocument/2006/relationships/notesMaster" Target="/ppt/notesMasters/notesMaster1.xml" Id="R199d263ca8a14b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fd5862b23043ba" /><Relationship Type="http://schemas.openxmlformats.org/officeDocument/2006/relationships/notesMaster" Target="/ppt/notesMasters/notesMaster1.xml" Id="R0e3f4e64de2f42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75c48c652941ab" /><Relationship Type="http://schemas.openxmlformats.org/officeDocument/2006/relationships/notesMaster" Target="/ppt/notesMasters/notesMaster1.xml" Id="Rea69f5ed25c141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38967936f44f8c" /><Relationship Type="http://schemas.openxmlformats.org/officeDocument/2006/relationships/notesMaster" Target="/ppt/notesMasters/notesMaster1.xml" Id="R2b0c8ee900b44c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026bdcd11d419a" /><Relationship Type="http://schemas.openxmlformats.org/officeDocument/2006/relationships/notesMaster" Target="/ppt/notesMasters/notesMaster1.xml" Id="R56b9f07a3d9a4c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5c53131fc54ffc" /><Relationship Type="http://schemas.openxmlformats.org/officeDocument/2006/relationships/notesMaster" Target="/ppt/notesMasters/notesMaster1.xml" Id="Rb859df18d8474b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2caa99706546d9" /><Relationship Type="http://schemas.openxmlformats.org/officeDocument/2006/relationships/notesMaster" Target="/ppt/notesMasters/notesMaster1.xml" Id="R968a60785fa840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688b089d744646" /><Relationship Type="http://schemas.openxmlformats.org/officeDocument/2006/relationships/notesMaster" Target="/ppt/notesMasters/notesMaster1.xml" Id="R8c6f32aa580f48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bb33edbdef484e" /><Relationship Type="http://schemas.openxmlformats.org/officeDocument/2006/relationships/notesMaster" Target="/ppt/notesMasters/notesMaster1.xml" Id="R3ce69c48797348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f872c83d8b411c" /><Relationship Type="http://schemas.openxmlformats.org/officeDocument/2006/relationships/notesMaster" Target="/ppt/notesMasters/notesMaster1.xml" Id="Ra4ee1db41ccf40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6cd64966cf4c93" /><Relationship Type="http://schemas.openxmlformats.org/officeDocument/2006/relationships/notesMaster" Target="/ppt/notesMasters/notesMaster1.xml" Id="Rc262b3494b1d49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3485d8e17e4aa5" /><Relationship Type="http://schemas.openxmlformats.org/officeDocument/2006/relationships/notesMaster" Target="/ppt/notesMasters/notesMaster1.xml" Id="R6ef551f0b5d7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342c76e394c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bff532b5e74c32" /><Relationship Type="http://schemas.openxmlformats.org/officeDocument/2006/relationships/slideLayout" Target="/ppt/slideLayouts/slideLayout2.xml" Id="Rb7ba4adaeabc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a4adaeabc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bbd08ded8a4aff" /><Relationship Type="http://schemas.openxmlformats.org/officeDocument/2006/relationships/notesSlide" Target="/ppt/notesSlides/notesSlide1.xml" Id="R2c941742fe0243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070abed584126" /><Relationship Type="http://schemas.openxmlformats.org/officeDocument/2006/relationships/notesSlide" Target="/ppt/notesSlides/notesSlide2.xml" Id="R5a41116f37e2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4f8aad89e24cbe" /><Relationship Type="http://schemas.openxmlformats.org/officeDocument/2006/relationships/notesSlide" Target="/ppt/notesSlides/notesSlide3.xml" Id="R5626e923ce21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dda0b8d6b94ed8" /><Relationship Type="http://schemas.openxmlformats.org/officeDocument/2006/relationships/notesSlide" Target="/ppt/notesSlides/notesSlide4.xml" Id="R47c152dd07314c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9dc0d88bf4242" /><Relationship Type="http://schemas.openxmlformats.org/officeDocument/2006/relationships/notesSlide" Target="/ppt/notesSlides/notesSlide5.xml" Id="R2c17dc22f97a4f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4f2af45ca4580" /><Relationship Type="http://schemas.openxmlformats.org/officeDocument/2006/relationships/notesSlide" Target="/ppt/notesSlides/notesSlide6.xml" Id="R90a1f4f79ede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b42c376074029" /><Relationship Type="http://schemas.openxmlformats.org/officeDocument/2006/relationships/notesSlide" Target="/ppt/notesSlides/notesSlide7.xml" Id="Rdad3aefc2b2d4b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3876ecf4f45b4" /><Relationship Type="http://schemas.openxmlformats.org/officeDocument/2006/relationships/notesSlide" Target="/ppt/notesSlides/notesSlide8.xml" Id="Rab17484387fe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975a5c15b419f" /><Relationship Type="http://schemas.openxmlformats.org/officeDocument/2006/relationships/notesSlide" Target="/ppt/notesSlides/notesSlide9.xml" Id="Re92fa449d2d644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982f84d4304a89" /><Relationship Type="http://schemas.openxmlformats.org/officeDocument/2006/relationships/notesSlide" Target="/ppt/notesSlides/notesSlide10.xml" Id="R6d0fc80c850d49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e1e30fd1849d0" /><Relationship Type="http://schemas.openxmlformats.org/officeDocument/2006/relationships/notesSlide" Target="/ppt/notesSlides/notesSlide11.xml" Id="R0a31028536f74e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735bef72048b7" /><Relationship Type="http://schemas.openxmlformats.org/officeDocument/2006/relationships/notesSlide" Target="/ppt/notesSlides/notesSlide12.xml" Id="R9f01cde5f14242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267e9f1b64ef7" /><Relationship Type="http://schemas.openxmlformats.org/officeDocument/2006/relationships/notesSlide" Target="/ppt/notesSlides/notesSlide13.xml" Id="Rfacbc37e5bda43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eea08245114f9c" /><Relationship Type="http://schemas.openxmlformats.org/officeDocument/2006/relationships/notesSlide" Target="/ppt/notesSlides/notesSlide14.xml" Id="Rb0325761d6a541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10e54c6684473e" /><Relationship Type="http://schemas.openxmlformats.org/officeDocument/2006/relationships/notesSlide" Target="/ppt/notesSlides/notesSlide15.xml" Id="R09f8ba28291043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9659c4697447b9" /><Relationship Type="http://schemas.openxmlformats.org/officeDocument/2006/relationships/notesSlide" Target="/ppt/notesSlides/notesSlide16.xml" Id="R67e127db27dd42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70a1fb193424f" /><Relationship Type="http://schemas.openxmlformats.org/officeDocument/2006/relationships/notesSlide" Target="/ppt/notesSlides/notesSlide17.xml" Id="Re812bb9e12b644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2aba9bea54ff2" /><Relationship Type="http://schemas.openxmlformats.org/officeDocument/2006/relationships/notesSlide" Target="/ppt/notesSlides/notesSlide18.xml" Id="R0058aeb0bdf84b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8c4604b224e66" /><Relationship Type="http://schemas.openxmlformats.org/officeDocument/2006/relationships/notesSlide" Target="/ppt/notesSlides/notesSlide19.xml" Id="Re84e72c1804b47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25aaca4a14c33" /><Relationship Type="http://schemas.openxmlformats.org/officeDocument/2006/relationships/notesSlide" Target="/ppt/notesSlides/notesSlide20.xml" Id="R17d2982e4d2c41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2F279B-1DEF-42CF-B9AB-A9FA4A3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0C0C8B-0236-400D-AB3F-2222D97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489DCA-574E-4F87-84B6-8A7FD74A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34A"/>
                </a:solidFill>
                <a:latin typeface="Aptos"/>
                <a:ea typeface="Aptos"/>
                <a:cs typeface="Aptos"/>
              </a:rPr>
              <a:t>FIL CONDUCTEUR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F0F15-7215-4A06-A21F-EBFB251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Hibernate ne committe pas vos intentions : il synchronise un etat manage dans une transaction.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C382-B313-4E5C-95C5-54262A5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0CC"/>
                </a:solidFill>
                <a:latin typeface="Aptos"/>
                <a:ea typeface="Aptos"/>
                <a:cs typeface="Aptos"/>
              </a:rPr>
              <a:t>Un deck pour relier requetes SQL, Persistence Context, dirty checking, flush/clear, puis chaque use case du projet.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55ACA-3B40-4365-B979-3D1D63E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07C12-690F-41F0-B78B-8CB3CDA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EC0B8-F59F-45FD-ACAB-494BACD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AC9D4-A5A0-45B9-BCF9-642F32F3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Hibernate 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3F0A3-4AA5-43F6-8A18-7DB41FE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0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0EA"/>
                </a:solidFill>
                <a:latin typeface="Aptos"/>
                <a:ea typeface="Aptos"/>
                <a:cs typeface="Aptos"/>
              </a:rPr>
              <a:t>Transactions - Hydrated state - Dirty checking - Cache L1 - Flush &amp; clear - Use cases 00a a 04c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1C188-684F-4FB5-B4AA-F1CCAC8A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5EE21-07B7-449F-B47C-CC0D37D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08BC1-B1EB-4750-8256-8622BA2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375F3-A253-4CAE-9BD3-C377CEC1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 modification SQL reste provisoire avant COMMIT.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59A49-D7D1-493E-9010-1BA0C1D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0C047-FE66-4F3C-8FCD-776B22CF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1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BFA1E-93BD-4BB2-8704-4D406A67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9550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F2CDB-E9B7-4BA5-BA7D-10B6520A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Hibernate compare les entites au hydrated state.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31B95-46FA-4FC7-820D-32980AA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BFFCF-A54B-4D3A-B1DF-5C85672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054A5-B1E0-4C35-BD97-C5DFC361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D11E2-0A66-4108-A7A7-8CA73D0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cache L1 garantit identite Java et write-behind.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B7B8A-94A0-431E-BE2F-4490407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1314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EECA1-C9E2-4D14-BF6A-DF098ED5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38600"/>
            <a:ext cx="1009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13</a:t>
            </a:r>
          </a:p>
          <a:p xmlns:a="http://schemas.openxmlformats.org/drawingml/2006/main">
            <a:pPr algn="ctr">
              <a:defRPr sz="18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769361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5F3C5-BE7C-4BE0-B173-90DFF4B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D48FCA-77AC-49B5-BF47-302B8DF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FAEB06-6F78-4ED8-98CA-329A3DC1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651DE-CC09-4545-8838-8B84B4C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 modification envoyee par un requeteur n est pas finalisee tant que COMMIT n a pas valide la transaction.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1D501-74DB-4438-B9F9-FA29FC0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Pour une requete DML, la base peut avoir recu un UPDATE, mais la durabilite reste conditionnee au commit. ROLLBACK annule l effet durable.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1A0A9-1282-499A-87B0-5CEE2FF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35CD3-9EAC-41FC-A549-1CF2EB8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1736B-3582-497A-8FF5-A186CD8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49BAD-2613-4D96-A24F-4D49A7B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EAA68-9964-4EB3-BC67-3905CDC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BEGIN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946AD-A5D6-43FD-8FDC-F3F1DF6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Connexion ouverte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transaction active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1AEB6-9082-4C22-B3A9-633DCA9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8D280-DC63-4D76-A653-1233CE1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6872A-F4CB-4F2A-9BE9-DBD9741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714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B3F65-DA85-4C9C-ABD1-8689B40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5FE05-B904-4AE1-9DC8-1430D812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1371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execute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locks / journal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1546E-6025-46B1-A5D2-86D1880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575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115C3-154E-4B26-9D9E-203BB46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DD422-9E2F-45EA-A0A1-428C8D06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947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3B525-2D65-42BF-9133-8395458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051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Etat provisoire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4039D-BA50-44FD-958E-E94977B6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visible selon isolation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non durable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41768-E25A-456B-AD20-2460C090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2BC3B-4B8B-4A4F-A3A6-FDC769E8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D0185-78A9-47E1-BBBE-2E8319AE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1714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0A58D-8B18-44A5-938E-12B01E96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0512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3747D-87DA-40D4-97F3-64133E3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00400"/>
            <a:ext cx="1371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durable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6AE21-66B4-403F-835B-D5520B8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86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F3157-783C-4A03-B937-E2FD76CE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Point cle : "SQL envoye" et "transaction reussie" ne sont pas la meme chose. Les use cases 4a et 4c montrent des UPDATE envoyes puis annules par rollback.</a:t>
            </a:r>
          </a:p>
        </p:txBody>
      </p:sp>
    </p:spTree>
    <p:extLst>
      <p:ext uri="{BB962C8B-B14F-4D97-AF65-F5344CB8AC3E}">
        <p14:creationId xmlns:p14="http://schemas.microsoft.com/office/powerpoint/2010/main" val="284235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75A388-F32C-4E56-BC4F-598F5F4F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A81E38-2E33-4E98-AE58-CE2A13E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310D95-504D-43C4-8878-59A23B4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STACK SPRING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CA138-1B0C-4174-8CE7-573C9D0C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Spring ouvre la frontiere transactionnelle ; Hibernate decide quand synchroniser les objets manages.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91B9B-A657-434F-9C9C-DE4C7933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code Java peut modifier une entite bien avant que la base voie un UPDATE, et la base peut voir un UPDATE avant que celui-ci survive au commit.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9B7C6-24F9-4C9D-BC78-3D3F31EA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CB844-40B6-4531-8D95-E0DEAC3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FF606-6067-4C81-998F-C7FFF76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B1D3-84BF-44FE-996F-8C6C038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EDE01-0F7E-4054-B437-4DBEAF19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Service /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B3406-4A5F-442A-B355-E16E855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@Transactional definit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portee du travail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1DE6F-0EC6-45C1-BE10-059B6B1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56558-CFB7-409E-8287-D0E1CCE8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19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1D0FB-1CF3-4F9E-91EE-DBDCB0B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D3C24-C41F-446D-B8C1-FCB2638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1937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EntityManager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B965F-33C9-473A-882D-21FBB5E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Persistence Context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identite + snapshots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B4CC8-EF1F-457F-9269-D177D78A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6C4FA-353D-4C1A-8EB7-1AC44A9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19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256E5-F2CC-445E-8500-B12C19B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6D91E-F4F1-465A-8DFE-7CDB32D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Flush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A449C-EF59-43C6-866E-B6A0BA8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INSERT/UPDATE/DELETE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envoye a JDBC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01037-A847-4FFE-9A35-05EACC36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5C57E-4108-4E73-BDDE-DF619BA4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19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C5902-927F-44F9-918D-DA080D6F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1219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7DACC-A49E-462D-A7E9-D8FF0D0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193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897C5-2EB8-4933-B07D-B3A72B4E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14650"/>
            <a:ext cx="87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base finalise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 rollback annule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3F963-3CEC-427E-BA36-3599E8E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9124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C8FA9-8D3C-435A-8C67-60D6A402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Trois questions a poser sur chaque demo : 1) une entite etait-elle managee ; 2) Hibernate a-t-il flushe ; 3) la transaction a-t-elle committe ou rollbacke ?</a:t>
            </a:r>
          </a:p>
        </p:txBody>
      </p:sp>
    </p:spTree>
    <p:extLst>
      <p:ext uri="{BB962C8B-B14F-4D97-AF65-F5344CB8AC3E}">
        <p14:creationId xmlns:p14="http://schemas.microsoft.com/office/powerpoint/2010/main" val="29836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1FB41-EB54-4092-9666-72EB4CA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E104149-B975-4AAD-AFF0-5F32E3F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BAC9A4F-4D8B-49AD-B9B7-AAD3F427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HYDRATED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22F65-8133-4C09-9CB5-EA2D43D3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Dirty checking compare l objet Java courant au snapshot hydrate charge depuis la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03695-864A-4A0D-B081-BF27CA7A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hydrated state est la copie interne des colonnes lues. Au flush, Hibernate detecte les ecarts et fabrique les UPDATE necessaires.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554C-7DC0-4B70-93A1-976E72E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06654-EAE3-4E73-9944-4E0D9F7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0413D-7214-4198-B9E4-DA7BF07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B33A0-AD54-4B0D-A65B-F55DFCF6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3B1F3-C9A5-4F3F-9675-C0F740B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SELECT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63E01-E9F6-4F6E-9D77-0372CD1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67025"/>
            <a:ext cx="18002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ligne DB -&gt; valeurs JDBC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F1EB2-3889-44A8-97F1-962C6303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EE5EA-D9C2-4FE0-A218-5647A73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3FDF5-9EA3-47D8-9BAB-D94C75E7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8C707-FC2E-4D37-B807-775A696B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Entite managee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0031C-9B5A-4B87-BBEE-F8CACB9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1847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Product@123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price = 1299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9BEB6-1BBF-49FC-9405-4B1B26F9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549A8-CB06-4F56-8B2D-7AB649E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Hydrated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F2546-D0DA-482D-B03D-857D03EE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86275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[price=1299, name=...]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snapshot interne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46F9E-0873-4D05-891B-5A797D04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18527-A40F-4365-9CD2-7D2340D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912DC-5DEC-40F2-A0D1-207B315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2887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947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69DAE-C3A0-483C-B365-EDF3397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Setter Java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C1F46-FC91-4A6A-9B1B-A4BE91E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67025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price = 1999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pas encore durable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07DE3-C527-452E-BE1D-6881BB1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19794-BC08-4835-ACF7-F4194FD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D21A2C-2EBB-49D6-B018-C68B717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28875"/>
            <a:ext cx="1028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E386C-6E5C-4619-B031-261E370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Flush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6F28F-0F58-4474-811F-DF055621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67025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diff -&gt; 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A40FD-B9C6-4D31-A672-1CBF386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Sans snapshot manage, pas de dirty checking. C est pourquoi une entite detachee modifiee hors transaction ne produit pas d UPDATE.</a:t>
            </a:r>
          </a:p>
        </p:txBody>
      </p:sp>
    </p:spTree>
    <p:extLst>
      <p:ext uri="{BB962C8B-B14F-4D97-AF65-F5344CB8AC3E}">
        <p14:creationId xmlns:p14="http://schemas.microsoft.com/office/powerpoint/2010/main" val="7740291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5FE6E-F3F9-401F-87F7-F664095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A46463-266B-4E10-95DE-2E3C3260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AF2EBE-89A6-469F-AE2C-86369629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CACHE 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61BD0-916F-412C-84B7-AFBCEB22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 Persistence Context est un cache de premier niveau, mais surtout une carte d identite des entites.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D304-367C-4333-B03A-7F9D3B69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Dans une transaction, Hibernate garde une seule instance Java pour une cle primaire et reutilise cette instance tant qu elle reste managee.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AE3FF-7A31-4F62-8A2A-3DBAB38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00722-0DD6-49F4-8512-CBCC70D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87969-6D3B-48A2-903A-C6BF658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C04EB-CFCB-41CA-B4A4-9699EEF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B6E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6362A-CA69-404F-9918-58A86A6A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E6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6E69"/>
                </a:solidFill>
                <a:latin typeface="Aptos Display"/>
                <a:ea typeface="Aptos Display"/>
                <a:cs typeface="Aptos Display"/>
              </a:rPr>
              <a:t>Persistence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0BD3A-3762-4A7A-BB0C-959DFE6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E69E8-2EBF-43F5-B76E-F4F4C91C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5752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entitiesByKey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87342-77E4-46A7-B81C-8327D32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5280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Product#1 -&gt; Product@A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Order#7 -&gt; Order@B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D285E-A505-4BA7-AFF6-F41638F1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1A5A3-8D91-455D-B8CF-BCF3CFD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snapshots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34A84-8B4F-402B-9FE8-DB988CF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hydrated state par entite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sert au dirty checking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12758-2C58-449D-B8EF-643A98B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findById(Product#1)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D0496-FBA4-44C9-B407-1F282B8A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73D49-8252-485A-8351-129A284C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43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6E946-BB66-47D7-8582-092305D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renvoie Product@A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sans second SELECT si deja present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A4293-673C-49CC-868F-B4AE9E14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7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94733"/>
                </a:solidFill>
                <a:latin typeface="Aptos Mono"/>
                <a:ea typeface="Aptos Mono"/>
                <a:cs typeface="Aptos Mono"/>
              </a:rPr>
              <a:t>clear()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F0E84-7D63-4274-B3E1-8CF4CADA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E58FC-032B-4B39-BD18-3718EC8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67CC7-B80B-4C0A-BA2E-1D4EF085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detache les instances ; la prochaine lecture recharge depuis la base</a:t>
            </a:r>
          </a:p>
        </p:txBody>
      </p:sp>
    </p:spTree>
    <p:extLst>
      <p:ext uri="{BB962C8B-B14F-4D97-AF65-F5344CB8AC3E}">
        <p14:creationId xmlns:p14="http://schemas.microsoft.com/office/powerpoint/2010/main" val="376500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99746-5B39-4A1A-8587-92144D6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B0F1A0-6B56-4839-9B78-C52A21D1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FF61E5-C02A-4183-9B98-3F78790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FLUSH &amp; CLEAR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3A8AD-C94B-49C1-844E-C511D97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flush synchronise ; clear oublie. Les confondre masque le vrai comportement du dirty checking.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80042-6092-4C70-88AD-0A9572A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flush() envoie les SQL en attente sans detacher les entites. clear() detache les entites sans valider la transaction.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F98FF-A786-4D55-BC63-6844A4C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59801-02EA-4990-86FB-370C5AF7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D1940-59CE-4A65-B551-1C240830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51595-64CA-4EDD-9650-0531C9B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07A9A-D38D-46BD-8C69-7219068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Effet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0F0C-DE15-45B4-8CEF-80489D7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Effet cache 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7180C-2CBD-4881-9070-6602B701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Consequence pedagogique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28BBF-9CF3-43F8-B98D-4B21E26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5016C-ED46-4EDC-8DBF-1EB2CC0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flush()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81A68-4B3C-4558-A43B-5901C882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7A1D4-4FBE-47CA-9EBE-959C9B1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envoie INSERT/UPDATE/DELETE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5B2ED-FF41-4569-8962-862C9860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49E44-3E80-4CBD-A9FB-F74A3369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289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garde les entites managees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3772C-A9ED-4FEC-ABBD-AB2109F0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C194A-8225-4ACD-A731-B40EBAA3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les UPDATE peuvent exister meme si rollback annule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FDEFF-C596-4E08-8601-81FE21E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615C1-C8B1-4692-BD77-8C882CFD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clear()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9A7AC-C4F8-4F76-B718-5154725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F9A25-5577-4875-B24D-8538669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 envoie rien seul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E9586-0B32-47A3-AA4F-7E54B081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8EB79-A6E5-4427-9780-662B974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detache toutes les entites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8B648-C3A0-4F6C-B736-DFB217B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149EE-750D-4263-A7A8-D361290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338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plus de dirty checking sur ces objets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4C233-AD53-4232-AC22-763417D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1EEC8-D9B8-4D0D-8CB2-A491486E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flush()+clear()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1AA84-1139-4FFC-B998-CFC602C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4D625-218C-4845-B42E-16282CD1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envoie puis vide le contexte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4015E-0C85-4EE5-BE3D-0B2732D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DF3D31-7F83-415E-86AF-C6042267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386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limite la memoire par lots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9E690-CAEB-4A8C-B8BD-8930464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884D8-1DE8-408B-B249-53CF369B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utile dans les boucles longues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E145B3-B01B-4524-99FC-BFC441A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72F320-649B-446B-9B53-5E293B39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E988A-4A58-4452-B3F9-78962C18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29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BF347C-DAE8-4E91-A5CA-273283A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435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flush final possible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430453-0A24-4FF4-BC62-2BFF890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29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014E5D-AF39-4C7D-BDD0-3B0D54DE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435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termine la transaction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B85F90-C050-4C1D-9038-F1612610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29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BD7A7-F9EF-40D3-8936-4DBD9EC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435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 durable ce qui n est pas rollbacke</a:t>
            </a:r>
          </a:p>
        </p:txBody>
      </p:sp>
    </p:spTree>
    <p:extLst>
      <p:ext uri="{BB962C8B-B14F-4D97-AF65-F5344CB8AC3E}">
        <p14:creationId xmlns:p14="http://schemas.microsoft.com/office/powerpoint/2010/main" val="618531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E5DC5-BBED-4821-8AD6-1CA5C8E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C37F29-C11F-456C-BA5C-E370D60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0217B9A-C741-428C-9AD2-A1A1D9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LECTURE DES DEMOS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3C189-D5C0-4A6F-8BE0-4F8B3BED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Chaque use case se lit maintenant en deux temps : run() provoque, after() verifie la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26D0-A27B-456D-9BAD-7A532FC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Les after() sont integres dans les classes de use case. Ils relisent apres la transaction et affichent les statistiques Hibernate.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C8910-D837-4C75-ABCD-9A069D02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D4754-49C5-40D0-8CEB-9CEACD47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68D1D-AB1F-43FA-AB23-77BAA60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18E7E-45B7-4F13-AB14-6D26D806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EF7B6-6C0E-4B58-90DC-13D8E23C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run()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BA68C-4F27-423E-B803-17E4944B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52775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declenche la situation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transactionnelle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6748D-4D55-417B-ACA6-5E679324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D495E-7544-432A-BFD2-9FDC83C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AF08F-1404-444E-8A52-07E75D0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0BF1D-31BC-4DB9-AAAC-64C1E6A5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09777-CB46-4C22-8535-B329DFD5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52775"/>
            <a:ext cx="1847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commit, read-only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 rollback-only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DA8E5-090F-444A-9C8D-644D2B9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C8529-1AEA-461E-B56D-98E256EB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EE3D3-1E4A-4EC0-96E1-52327EE7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9BB5B-1BCE-4B5E-8E78-9BA1A241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after()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1BB2E-6BB9-4D89-B059-5778D86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relit la base</a:t>
            </a:r>
          </a:p>
          <a:p xmlns:a="http://schemas.openxmlformats.org/drawingml/2006/main"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compte les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52FCF-CB24-4407-A985-B2617C89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1974C-36D0-4DB5-880E-6BCE0F2B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AC04-35E8-4E04-8871-2BD559F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434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Statistique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7F57F-6E68-48F3-B0D1-14E99FAB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911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entityUpdateCount()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51AFC-C154-4A12-94AE-8178A790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BF8AA-6CBD-4638-9888-AD676357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8FAEC-69FE-48EE-B26F-68C7216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finale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C5C0D-875A-40B7-A676-9466948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911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prix / nom relu en 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C4CC4-216C-4B4A-85CB-442DAFC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6AB48-10CD-4E94-9A5A-B320133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74777C-F79E-46E8-9EE8-4C251C34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Sortie console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60873-1377-4299-9AE4-E8767C8A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911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OK / KO par verification</a:t>
            </a:r>
          </a:p>
        </p:txBody>
      </p:sp>
    </p:spTree>
    <p:extLst>
      <p:ext uri="{BB962C8B-B14F-4D97-AF65-F5344CB8AC3E}">
        <p14:creationId xmlns:p14="http://schemas.microsoft.com/office/powerpoint/2010/main" val="2359227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38A9A-66B4-4039-8539-05DA220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AB91B3-79DE-496B-A37A-902D4B7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3CD97A-18A5-4CCB-8FA6-577F8B9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BAEB9-0B37-49F4-B2CA-8E03277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findById reutilise le cache L1 et committe le dirty checking.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FCB12-2127-42E3-874F-1D4C83C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Premier acces par id : SELECT. Second acces par id : meme instance dans le Persistence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37586-7809-41AC-95E1-375CAFAB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7DB8F-BE96-4106-A060-C8FE785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F6B3A-40EB-4875-AC2F-3F1499B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E3677-45C6-4630-915F-6CA0ADA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05E42-CC05-4791-A557-290F00D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6DED9-BFB4-49A6-80A5-233C785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70934-A6AD-4516-BF66-59D9A17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useCase00aRepositoryFindByIdUsesFirstLevelCache.run();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useCase00aRepositoryFindByIdUsesFirstLevelCache.after();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CF3D6-4FAE-44A0-8C14-2F48EBD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EF0E7-6C2C-45FC-BD68-1DCE15F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B54DC-7AFD-401F-8AFB-F6C44C2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24087-C42D-439E-A669-2AC18883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EntityManager.find consulte d abord le Persistence Context par cle primaire.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F527B-456B-4F57-BE12-7D226A9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0158A-A21C-425E-B4CF-582382B6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82D18-53F5-4D10-AE84-EAE3447E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A95DE-34F7-4EF8-B7FC-BDF80787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 SELECT initial, aucun SELECT au second findById, puis UPDATE au commit.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74C19-1EA9-4A5D-A342-22A48FC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2259A-C3BD-4D13-8850-776B7D1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F1AA9-10AF-4849-8128-79A4320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D1A36-750E-4D8D-AF09-A0B36AD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BA774-2498-496A-B437-8D0B290E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41224-B15B-43D8-AB1B-989E010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193A9-7182-4709-A50C-94AEB2B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95405-CF54-4002-B096-113ED1E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FCA03-B772-4660-A685-8746CD8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42701-3104-4CA3-80F5-7F536E1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671A2-9115-4725-B69A-3C97905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36675-E896-4641-BB65-CCC2365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791E8-87E3-41F2-96D9-592A2FA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4478E5-1494-499E-959F-D97A5115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D10F2-65FA-420B-AB16-EE6534B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nom laptop = "Ultrabook modifie via findById"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95DCDD-28C3-4A4A-9A55-B5B1151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2F6B9-34A5-4B27-9443-19ECCDC6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L1 + dirty checking + commit durable</a:t>
            </a:r>
          </a:p>
        </p:txBody>
      </p:sp>
    </p:spTree>
    <p:extLst>
      <p:ext uri="{BB962C8B-B14F-4D97-AF65-F5344CB8AC3E}">
        <p14:creationId xmlns:p14="http://schemas.microsoft.com/office/powerpoint/2010/main" val="5839959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3658E-B3A2-4215-B1DF-7565D49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FDC2F2-855B-42E6-8E5D-C261678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B3EABC-1E34-40AF-BA64-1E01501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00B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5D59F-F390-4321-8E09-7BC8AD7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 requete par critere peut refaire le SELECT tout en retournant la meme instance Java.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6E4FD-5F59-44EB-B7B5-9F308615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cache L1 est indexe par id, pas par productCode ; Hibernate reutilise ensuite l entite deja managee.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2AA5A-9164-4025-B3AF-787AA80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012E3-8A60-4CFB-917C-243A24F6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A1313-3AB0-488B-B146-2E0B33A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D658B-803E-454F-A6CB-7766B6E3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0B205-69FD-4218-A478-CFAC9D83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CRITERE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E57B7-1571-450A-AC97-B1560E44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EF83-2772-4D90-BCAA-CD3C091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useCase00bRepositoryCallsShareFirstLevelCache.run();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useCase00bRepositoryCallsShareFirstLevelCache.after();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69A65-1FC5-41C7-8886-A6FA99F0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4C429-E69B-4724-86A8-AA57DDB4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5FF3E-0B33-430D-9462-7F685B0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7DE48-B651-49CB-B4C5-30E95EAD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findByProductCode execute la requete ; l hydratation retombe sur Product#id deja manage.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6DD89-6A12-4C09-BABB-00CE70F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26DB5-5039-4BFC-8A75-D63476EA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C0677-B023-44F7-9A13-E7DABF9C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1CAA3-BBEA-47AB-BDF6-A57C8608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 SELECT par critere, 1 instance Java, 1 UPDATE au commit.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1B583-CECE-4F05-9E91-0846A4CC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5D9E2-4A82-4093-86AF-BA1B7C38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85031-7D0E-4F14-AB4E-1BFAECA7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44AF6-DFE6-4D95-8D46-FB815523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F7316-14F4-4F39-B18C-1444BBF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225BB-6334-46E7-9AA5-75E61555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88D1E-6D80-4BD2-9588-0D518B15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83DE8-D14A-4DFB-88D3-094C6520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89D6C-794E-46FA-98AE-8752B56F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B4D93-7283-4BD0-A58F-380DAAD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90D57-0387-44F0-9ABD-B2CDD40B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B7E2F-BB4D-4C94-A3A8-325F1DF1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4E4BAB-F09A-4108-A474-7BB8BFBD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73B7E1-02CA-49AD-B36B-634D568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C7BED3-D7B9-43CB-B03D-E842A3C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nom laptop = "Ultrabook renomme dans le cache"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25641B-2153-4716-89B6-33E966A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B43043-F5BA-44CE-B00F-ECD8068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requete executee - nouvelle instance</a:t>
            </a:r>
          </a:p>
        </p:txBody>
      </p:sp>
    </p:spTree>
    <p:extLst>
      <p:ext uri="{BB962C8B-B14F-4D97-AF65-F5344CB8AC3E}">
        <p14:creationId xmlns:p14="http://schemas.microsoft.com/office/powerpoint/2010/main" val="2953962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B4E85-1BAE-4BB4-9622-DEE6CD9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55A214-608D-4E52-B5B4-53C9C9A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D5A176-9B0F-4013-856C-366C884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2C514-4D77-442D-A6B0-EEFFDF05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clear() detache l entite : la modification locale sort du dirty checking.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1FB78-6038-4F10-B0C5-74C7238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use case marque la transaction rollback-only et appelle clear() avant la fin.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AA73B-8389-48F6-B3D8-D6775653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77002-880D-4104-B405-188F124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BE9A3-BA2B-41AD-90DD-470FA2C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153A-9428-4FE3-9C96-0A46BF4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E940B-1504-4F21-BCD9-268199C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60324-6997-4C27-BBAF-15905CBE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74D1F-D136-450F-BDB0-D663238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useCase01FirstLevelCache.run();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useCase01FirstLevelCache.after();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AF9A1-E0EA-4F83-8EE6-E809FE9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BE04D-1600-4CA2-B18B-A8316886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3F386-4987-4A42-A9F9-B4F51B0B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9DBFE-A8B4-4317-A0AD-12704AA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EntityManager.clear vide le Persistence Context ; l entite modifiee n est plus managee.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E4362-C8E2-4B2A-B0EB-E7F8DB29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ED463-CBA5-4BAC-8C2C-68C7D8F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7929F-4154-414F-B210-5DF4D8B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EA1F3-0E97-49E2-9748-7A2A1D5D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 avant clear, SELECT apres clear ; aucun UPDATE final.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1FB70-030B-4CE0-A981-356FFD8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EF3BB-ECF3-42E7-87B5-7C5EBD0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CA4B5-30D5-4BAE-BABA-127FB8D1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F90A4-39EE-440F-AE45-03CABDB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EB38A-F6C8-4D36-A4D3-9C24733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7FFCE-8F87-4C5E-ABCC-B7F0D751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03BB4-3652-43EE-A7CC-267ADA8E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636A4-8459-4C61-8E5C-E282626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3F482-F399-45F4-BF95-007B6822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48F78-F37A-4BEF-A781-721F801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A4F1A-C664-473D-AA38-C3E967F9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A67D1-652B-47F2-AC14-DEE64A1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5E942-A982-4D03-9FD0-5688F5A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0AD28-40CB-47D1-A9D3-03B9CDD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21BBE-1F9E-4724-A6C0-FDAFF050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laptop = 1299.00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89CE87-6570-4148-AEE6-1262FD9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0F3C1F-D166-4C73-9487-211D8E7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clear coupe le lien avec le snapshot</a:t>
            </a:r>
          </a:p>
        </p:txBody>
      </p:sp>
    </p:spTree>
    <p:extLst>
      <p:ext uri="{BB962C8B-B14F-4D97-AF65-F5344CB8AC3E}">
        <p14:creationId xmlns:p14="http://schemas.microsoft.com/office/powerpoint/2010/main" val="12389905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8CA84-4530-4981-8D30-47A1DE5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56230F-0B45-4C65-88EA-FE4DECC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277611-1C1E-4C72-8790-AF30F41B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A249F-A14F-4795-A495-B1C9A254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Hors transaction de service, l entite retournee par le repository devient detachee.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DFC07-F0E4-4694-AC5E-D3B5648A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setter modifie l objet Java, mais aucun Persistence Context actif ne peut flusher ce changement.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49F05-8997-4863-A862-824C20F8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D42AA-F7BA-4006-8DA8-FDA8E27B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EED4E-39CF-424B-BD90-D5B932B4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2CBDE-CB48-4369-9793-FEB147E5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199F8-F952-460F-9B21-63C1848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DETACHE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6C901-D515-4DE6-8442-2796FB0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94907-AEE1-4051-990B-BA8958F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useCase02aDetachedEntityOutsideServiceTransaction.run();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useCase02aDetachedEntityOutsideServiceTransaction.after();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00D3D-1668-4507-ABBA-F6BAFB07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BE085-DE9F-4FBB-968E-14F1A52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E769A-0897-4BB1-8BDD-53852185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AC26D-8787-4125-BFCA-0F5D72AD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transaction repository se ferme avant le setter ; l objet n est plus manage.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0A4A3-7E48-4BF4-93A7-055D144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2609C-67CA-488C-B73A-4291EE0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1CB60-0A3C-45AF-84D0-EFAB5EAF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6BE1C-6346-4C78-B317-92C895E1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lecture repository, setter local, relecture base inchangee.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593B4-ED13-473B-83DC-B6DA485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EDD2E-091D-4A66-85A2-993FF77D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925E8-6793-4111-AB40-500F2DD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74F13-A8B6-4E11-B0F4-4DA902C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16277-3816-45C7-8813-0C42088F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BAC4A-0DA4-404F-8C8E-DA60503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13D38-9837-4347-9320-668F3F7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7565B-5AD3-418A-B7BD-3DE144A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389C7-F535-4801-AF98-F2EE701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98E43-2A61-4A71-A5C4-933A891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AA2B3-40B0-41FE-9B25-0E3BE610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2F84E-877B-4CE4-AC37-4E0132B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FF8DBC-7A81-4867-9F75-87B6AC7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D136A-BC42-4902-83E9-5C281E4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9F863-B3F8-4DD4-83CE-0FB6FA6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casque = 149.90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074209-744B-40AB-8E3F-238DC55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07FBF-5FEE-4ADC-89E3-E8F563C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objet modifie - ligne modifiee</a:t>
            </a:r>
          </a:p>
        </p:txBody>
      </p:sp>
    </p:spTree>
    <p:extLst>
      <p:ext uri="{BB962C8B-B14F-4D97-AF65-F5344CB8AC3E}">
        <p14:creationId xmlns:p14="http://schemas.microsoft.com/office/powerpoint/2010/main" val="10766922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0DA66-7664-4486-ACDD-CF616D9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C9060C-065E-483A-BFEF-E2B8F97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708A4D-EBC7-4483-89EC-9EB70D1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9E24A-0EBB-4BF8-9790-AB3DAD7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 transaction read-only empeche ce scenario de modification de devenir durable.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21A6-8EC7-48A9-A505-0837E8C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configure Hibernate en lecture : flush manual et session read-only.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90A88-49CC-4DEE-9E15-9477B21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22499-AD2B-4C6B-9C5B-2DF2CFC6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CF4E6-28B9-407D-A4E7-96A418B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0FCDD-AA93-42A1-9AED-3813DA1E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01A54-965B-4190-AD9E-69A8841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READ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638FB-5696-44BB-A83B-14F62B1A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2EED7-42CB-47E9-B90C-49B6FED5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useCase02bReadOnlyTransactionDirtyChecking.run();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useCase02bReadOnlyTransactionDirtyChecking.after();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99E2E-3C55-4483-A82D-75639973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AD8E0-54AF-4BAE-8D8C-688A6137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0BCB6-34B8-4B43-A6B1-70BFDBA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B4BE3-207C-4616-87E1-B85C301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Setter + save restent dans une transaction configuree pour ne pas flusher au commit.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00883-8678-462C-BCC8-6CCD4738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59C70-28CA-4ECA-A006-3A0A8EE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2D530-0313-49BE-AAA4-DCC4660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BF947-5119-48F6-88E5-8A0DAAE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aucun UPDATE attendu malgre le save explicite.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3641A-1D80-4D99-BD3C-C62305F0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A8CC5-A2F7-4C59-A352-D65CB79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65DD0-6749-4AE4-B188-ED421D0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D020C-1548-41F3-9C93-A74A03F5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0F91E-2B7E-40AC-9271-86645EE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5E9EA6-F050-4B8F-88C4-C7A82CF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7E7D4-4672-4FBE-A551-F3ABD76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5B13B-F5A4-439C-BB8F-AA931647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32668-36FB-4C49-9B98-13E47ECB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C6326-84BD-43CE-8D95-3BDD2C7E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4126E-75E4-41F7-A6DC-76F0830B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A59AA-37D4-4588-ACF3-B472F06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90F60-CCA0-4882-943F-0226192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12AA5C-2BDE-4294-A757-11B145B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6E73-37BC-41C0-8930-5A92DD31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clavier = 119.90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933A8-21DF-458E-989D-716C7BF6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E1C3F-B40E-42C6-9350-E3A871AE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read-only est une contrainte d intention technique</a:t>
            </a:r>
          </a:p>
        </p:txBody>
      </p:sp>
    </p:spTree>
    <p:extLst>
      <p:ext uri="{BB962C8B-B14F-4D97-AF65-F5344CB8AC3E}">
        <p14:creationId xmlns:p14="http://schemas.microsoft.com/office/powerpoint/2010/main" val="18452620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C23E1-A7EC-40FB-A233-DAECA0C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DACC76-6D05-453D-BACD-D0D1AFA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EE5D7DD-C363-41CC-9903-50D41EA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02B-VERIFICATION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FDFBB-923C-4A99-9B20-97816B8B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verification separe la demonstration de la preuve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5FBA4-7649-471F-A061-B645606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Ce use case relit apres le read-only precedent, puis son after() confirme qu il n a lui-meme rien modifie.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F2DB-492B-4D74-BFD0-A38EEC91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C8975-C7D3-4463-AB3F-842E37E9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A3BAB-D3E2-407D-9F2B-7576B722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02083-47C5-4E4B-95AB-A5338179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CD168-2659-4423-92CF-C9379E92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CONTROLE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1DCB8-028E-47F1-AB65-78681E3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BE568-9AB5-4D2D-9129-BCAE88CD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useCase02cReadOnlySaveWasNotCommittedVerification.run();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useCase02cReadOnlySaveWasNotCommittedVerification.after();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62B2B-331E-48A9-93B4-8FD3386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B3693-24DF-4873-98DD-15AA2099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8AA55-B5E9-4635-8E51-A59357B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C0F74-8FB7-4A54-8A5B-BA50FFA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Lecture simple hors transaction de modification.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0A8AB-87BC-425C-A00D-3A6E382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B3FBB-CEB4-4A74-8818-681B7AD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02EF1-DF14-4998-B8CF-C09DFFC0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115DC-32C5-485B-8D81-8D4791C2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 du clavier seulement.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52179-E73F-48A3-AFF1-0163330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34902-3BD0-48F1-B970-D53C6B2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13FD6-732C-4AD9-A08D-1CA814CE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D51EA-A785-43EE-B12E-8E215DCD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2CA0F-4123-4EB4-A22C-B8B3A57A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ECFDE-9B97-4E90-B9AB-635254A4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87FF9-C8C6-461D-9F3B-D635D79B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8A300-80FD-4780-9C2E-00CED44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1F433-4F54-4529-9ACD-8A8CB93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7936E-1ED0-499B-98B9-1BBB23BF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4AA46-7BDC-4E59-9722-DC4E5BB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873C0-3832-42E9-95AE-763C4AC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83BD3-0A56-49A1-B72C-5A45F19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8AC418-E5C6-4032-AE33-D6FE435D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82C1A-D20B-41C1-A106-12C76C8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clavier toujours = 119.90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04556-8BCE-485C-BCC4-0CAEE8DD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2C68A-74DB-4CC3-B94F-DE0A3B85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une preuve fiable relit apres la frontiere transactionnelle</a:t>
            </a:r>
          </a:p>
        </p:txBody>
      </p:sp>
    </p:spTree>
    <p:extLst>
      <p:ext uri="{BB962C8B-B14F-4D97-AF65-F5344CB8AC3E}">
        <p14:creationId xmlns:p14="http://schemas.microsoft.com/office/powerpoint/2010/main" val="2906819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ECCEAE-F1A8-498A-BD70-CF6BC56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6191D6-EE29-4ECB-B03A-FB7D75B8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570FFF-B67C-4F84-BB8F-F6DB775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13B22-5813-4F48-B90A-27ADE882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Self-invocation contourne le proxy Spring : @Transactional n est pas applique.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2CA60-FC1D-4D85-AD13-2D2B3AB6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 appel a la methode annotee reste un appel Java interne, pas un passage par le proxy transactionnel.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306C8-34A6-4AE7-89D4-65711D6C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697CD-D610-4A0C-A7CD-DBED8FD9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BFBAC-607B-48E0-AED0-731DB1D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8A4B4-2E5C-476A-9E36-E83E123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C2B40-8FA0-4914-BBC3-7F0E085B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BD70C-490C-4298-979D-A787BA8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9B0A6-BBA6-491E-8532-9AA0C709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useCase02dTransactionalSelfInvocationHasNoEffect.run();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useCase02dTransactionalSelfInvocationHasNoEffect.after();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0AEB8-493A-4380-BC4C-B42D2D8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8F151-31B5-4847-A60B-04BC81A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D42C4-7E0A-4A50-BFC1-0A5CAC70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792AA-904D-4724-B7D9-2A7A67A3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TransactionSynchronizationManager montre qu aucune transaction cible n est active.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41880-EAE1-4E60-BC10-E1BF9E2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B8CC3-28B6-4998-BDDD-818DABBE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22C5A-3499-46BF-AF42-0704791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81227-AD20-430C-9340-4C40F0B0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setter sur entite detachee, aucun flush transactionnel.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8AAF9-1311-4E33-9C70-A4A32300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34B18-6114-4893-A890-CDD5B7D5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56EE8-6382-4242-BE2A-82F26D19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6F47A-2708-451B-9E85-20FA012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40DEC-C4FB-439C-919F-FDE478E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7944A-FCBE-4FBC-8DA8-32723B70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E7326-C1B7-424F-83A5-1882AC90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6F266-100F-4F7C-85BB-9C09F56D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67268-8960-4574-9FA6-E31CBAC5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C3473C-FE40-4713-BAAF-B7459EE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A3419D-781A-4FA4-A8BF-DD0F9A9A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FC495-8D0B-40B9-AC80-B9BE9BE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C9930-B59F-4DE7-803B-3E402701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7AD9C5-AA4B-4C69-B201-144A5FDA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6C162A-16D6-4354-9DE4-A44912C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casque = 149.90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8A7A8-6134-4AFC-878E-D1BDA62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EDA213-7BA9-4E1D-9A3B-D2F07C17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@Transactional agit au proxy, pas a l interieur de soi meme</a:t>
            </a:r>
          </a:p>
        </p:txBody>
      </p:sp>
    </p:spTree>
    <p:extLst>
      <p:ext uri="{BB962C8B-B14F-4D97-AF65-F5344CB8AC3E}">
        <p14:creationId xmlns:p14="http://schemas.microsoft.com/office/powerpoint/2010/main" val="15340795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52083-4D63-42D5-A3B8-841219F9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B67581-17D9-4C47-AB27-6CE33D05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4DB2D3-3B05-4595-9ED5-7E44BFD2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3B403-DAB5-44C8-828F-D4104EBD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Lazy loading hors transaction echoue parce que le proxy n a plus de session ouverte.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D9544-2DDD-4355-A126-4FA0BDBA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commande est chargee, puis la collection LAZY est accedee apres fermeture du Persistence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692F5-A2B1-4D05-9DF9-550DAEC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C01D7-5B05-413F-A3E1-2CFEC2A3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5B20C-1E2B-4BED-9150-E3BC8424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8DB25-DE48-4BAC-97C9-DD943A4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364A1-2FED-460D-A6D3-B90E6EB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LAZY 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A5DA0-B2E8-4343-A71B-DEE27C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BD629-10A8-4AEC-B5C8-F650B85F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useCase02eLazyLoadingOutsideTransaction.run();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useCase02eLazyLoadingOutsideTransaction.after();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DD5F1-753B-4EE9-BBA5-4994A85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A91EF-FB84-4DD9-B1A5-8BC1E00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B5067-268E-4325-986D-3B1A8AF7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F8773-606A-48BD-B7DD-745F92CA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order.lines est un proxy ; sans session, Hibernate ne peut plus executer le SELECT.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22F1C-0E37-4E5A-B5D9-1EE8F63B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059B2-38E5-47C6-BAF1-270BB2C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54C8B-DB1A-4DF8-A02D-9CC7C2CD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4AE4E-050E-4E83-B654-7B34199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LazyInitializationException attendue.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FDC4F-0698-460B-9522-AC8B70FD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C644E-FBEF-44CB-917A-6592CFE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5BD2F-C155-4FD1-AB3F-72C0FFBF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929F0-EFA6-448B-9444-4FC85EA2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686D2-428C-4131-BD17-980A2849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58C60-4E5A-42FB-8CE3-AD234CF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90ED0-9B53-4219-9710-D743C6D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77F84-558C-4D9D-8E46-00E241D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BB4AB-7537-4575-A993-69DB793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C4AAB-1718-4482-8299-D231984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47E64F-F347-4ACB-80FC-326C09E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2F4A5-3BF9-4529-B65F-8B16A14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0BF0C-E6AE-48D2-A99D-B2E3BE2E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6B2FAB-2E5F-48EE-83D2-8F982AF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34C4F1-B4DB-42A1-80D8-D8DEA1C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lisible, aucune modification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C7A54-50DB-42AF-869C-731F8FB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7B6A1D-ACA9-481F-8D6A-2971BD36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LAZY demande une session active</a:t>
            </a:r>
          </a:p>
        </p:txBody>
      </p:sp>
    </p:spTree>
    <p:extLst>
      <p:ext uri="{BB962C8B-B14F-4D97-AF65-F5344CB8AC3E}">
        <p14:creationId xmlns:p14="http://schemas.microsoft.com/office/powerpoint/2010/main" val="5949088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2C865-2424-4A4A-AFC0-AE89183F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E48E68-E6A3-485E-B4A3-E0C7912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17448B-A9B4-4CBF-A095-45CAF75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F0C47-B22A-4409-94C5-9EADB1A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Lazy loading fonctionne dans une transaction read-only ouverte.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8B4D4-CA42-46F9-85FB-DCEBF7BC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collection est initialisee a la demande pendant que l EntityManager transactionnel est encore lie au thread.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B70C0-8A52-450B-AEFB-D263DBA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2E26E-F1B2-46F1-92AF-C220A303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D6820-7688-4820-80C7-2C93C7B2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5511E-A560-4D39-80AE-8CBAE0E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1B98A-63B0-4ECC-AE3E-D38F103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LAZY 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2319A-4975-4446-91D4-8472C6D6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F3E0E-9D62-482B-8231-BC4D3BE6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useCase02fLazyLoadingInsideTransaction.run();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useCase02fLazyLoadingInsideTransaction.after();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C1E2-2B9E-4D55-854D-895B7339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94D61-F1E9-4BA9-97CC-545AE99E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FD07F-8F1A-4688-A101-86F87585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A0880-A52F-49F7-8A8B-7F8459E5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transaction read-only autorise les SELECT necessaires au chargement paresseux.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E83B9-090F-45C8-A9DF-735DC21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43A29-56E0-4621-AFC3-AC8300D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EA06F-9563-4B9B-AE35-3DF61FC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D1277-1A70-4E7B-8B59-5FE7B160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 commande puis SELECT lignes.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7B524-32C3-4101-B207-91D565B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B6F56-336A-4012-B798-972E0838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38D23-D985-439E-B5E2-78CDC094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3AE28-75BD-4339-9416-C888CA0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D549A-4232-4B5D-B3D6-3CAECAA8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3A01C-AC48-45EB-99EE-38A7BBA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D75EF-80EC-4886-B5E9-04E1AC8B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81433-F4A3-4DD6-BC42-C06BF879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90F7F9-ADB2-4115-92F6-B237F94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F1CD3-C58E-49ED-BA6B-704BF72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073B6E-FE84-469A-9FA7-659AAE7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1197F4-044F-4096-8B0C-AC13494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465C9-60BF-40FE-AEF6-8FD9309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0BBBEB-82AD-4054-A315-771889A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59B5F6-4273-4BF7-8F4D-D6303F0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inchangee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2FE371-8872-43F0-80BC-914FBD6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44DE9-29C6-431A-A410-624A58F1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read-only autorise la lecture lazy, pas l ecriture</a:t>
            </a:r>
          </a:p>
        </p:txBody>
      </p:sp>
    </p:spTree>
    <p:extLst>
      <p:ext uri="{BB962C8B-B14F-4D97-AF65-F5344CB8AC3E}">
        <p14:creationId xmlns:p14="http://schemas.microsoft.com/office/powerpoint/2010/main" val="13488425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BA236-15D2-4261-B092-5B4CC4B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25FC0D-EED9-4B75-9507-670211C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4ADF17-85E8-47F7-A002-9C6E7676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CDF9-C7F6-44C7-BBF1-3F555FD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projection DTO lit un resultat utile sans materialiser tout le graphe d entites.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9986-BD57-4306-832B-79E5F08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JPQL construit ProductSalesDto directement, donc moins d objets manages et pas de dirty checking d entites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1C52-E33F-4607-BC3A-8EFD018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727F2-FAD6-470B-9D8F-F92B38E6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69C17-DD0F-4908-A21C-EB21225B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5675-68EE-42E0-B2A1-86F91A65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9A67E-B664-4EF1-8101-963F0F2C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DTO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0308E-4431-4E47-8E0F-5F72448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FADA8-B367-404D-B0F1-DC200E9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useCase03DtoProjectionInReadOnlyTransaction.run();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useCase03DtoProjectionInReadOnlyTransaction.after();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BC3C8-E60F-4F17-9255-F10B64C0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28BB5-DB83-4C81-889B-C411F5D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D2CA5-84DE-4057-9EAF-BD856DA3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7B2BA-08B7-4B9F-B320-D39A161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 new ProductSalesDto(...) agrege depuis OrderLine et Product.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DC07B-E983-4E35-9B1B-08B96EBF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4C3E6-8D30-41DF-9E0F-26672C9F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D43BB-D56F-4CBE-BA3B-1FFF840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D2824-D9D7-4922-B64F-4919115D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requete de projection, pas de chargement complet des entites.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B3DF3-A699-4B31-9A99-8B8F8E0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9EF5E-4872-4E49-93CD-54BFC79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C53D5-F958-4C27-9CEE-A8A083AB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948F5-5B96-4A50-AAC0-6F261E4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7D469-11BA-49B5-9284-50D3C48F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58421-C130-42A3-AE46-FC6E607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0B3E3-BE79-4CEE-8012-9D75CCA4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3BB91-9DE2-43F0-BCBA-0975CD45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98D3E-7164-4FF3-8D72-FB04849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CB028-CA02-4B7D-A89E-C8F4C2F6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7CF22-5355-44CD-B008-13F4AEE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E1F3B7-4F16-4784-8ED0-8CFE2D5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A9E4C-9048-4BD8-92BB-AEF7E0F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C0B582-6689-4533-BA63-62A1D6D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02DF5-CACD-428E-8AC5-4034977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sales summary disponible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D89E9-7BC5-4396-9238-7EF80462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6CDCFB-87AF-4574-B8CB-EDEF4AD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projection DTO = lecture ciblee</a:t>
            </a:r>
          </a:p>
        </p:txBody>
      </p:sp>
    </p:spTree>
    <p:extLst>
      <p:ext uri="{BB962C8B-B14F-4D97-AF65-F5344CB8AC3E}">
        <p14:creationId xmlns:p14="http://schemas.microsoft.com/office/powerpoint/2010/main" val="12746898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D2D5F-1553-4164-8D82-8DBFF8A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C14759-184E-4FED-8F66-E5E8EF2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46E6A9-8586-4072-A216-B3802D1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04A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E6988-B77B-469D-B654-4CD934A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Flush AUTO peut envoyer un UPDATE avant un SELECT, puis rollback annule l effet durable.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923D0-005F-47B4-BE23-15445FC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Avant une requete JPQL, Hibernate synchronise les changements en attente pour que le SELECT lise un etat coherent.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A4921-04B4-4B98-A7D2-ED752CA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308F1-A4CB-4D7F-BFB0-923240B6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B6E14-8D15-4163-8985-758453EE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2208D-E0D5-49F2-86AC-B66528B3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A5419-32A5-4D55-BC45-E11C1675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FLUSH AUTO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EC677-CE3D-4292-BEAC-9D3B16BE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C4B1C-7FB0-479E-AE8B-E1DEC8B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useCase04aAutoFlushBeforeQuery.run();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useCase04aAutoFlushBeforeQuery.after();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1FA0C-E98D-4EC4-B010-BF9DDED4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BC7B1-1E54-45E3-BB23-322FA252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1F31F-50F9-45B2-8BE0-CEAC160D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2AE47-5C01-44F9-B66C-C977E26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setter prix laptop -&gt; JPQL findProductsFromPrice -&gt; flush automatique.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51E4D-AA09-4A91-8073-E280A75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03DA5-3A11-46C9-8FAA-3A953ACC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1346F-EF31-4AE1-BEC8-CF5A2BC7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16CD4-D4C8-46E7-9966-4FC2FEFD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UPDATE avant SELECT dans les logs SQL.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A54B8-5454-439F-B8E9-810665E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81E0E-8CE8-49C8-B9A8-62E4ED5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C5CD7-E71A-4BB3-B5A4-815AFE5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9F3E0-667F-4EB5-8B35-BA4ABF07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4BF86-EB64-4C3B-A3A6-3E357A01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AC599-8F52-43FF-AF7B-0289703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69A8E-E8D6-4177-99FD-8E23C4B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1C97C-F6CC-4F4A-A41A-2C83CCC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89352-DCEB-427F-AF92-5D0ABD4D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5DEF7-753D-4DED-BF54-B4E2A5D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D35B8-F78C-42C5-AA20-95309183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0B00C-9CDF-4533-A4F1-EAD2E6F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F1B4A-5779-44FE-B33D-DDB14B0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17F4D-28D7-4C49-BA15-A84B4A3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A0D646-05E3-4BF5-9EEA-06631A45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laptop revenu a 1299.00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6206C-F4DF-44A5-BAF9-7B1E5E2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BE4E0-ED90-4125-B342-FF7D904A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envoye ne veut pas dire committe</a:t>
            </a:r>
          </a:p>
        </p:txBody>
      </p:sp>
    </p:spTree>
    <p:extLst>
      <p:ext uri="{BB962C8B-B14F-4D97-AF65-F5344CB8AC3E}">
        <p14:creationId xmlns:p14="http://schemas.microsoft.com/office/powerpoint/2010/main" val="4543810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F3AE4-24F5-4BF9-AC6A-5C57AEDD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D79CFA-C579-4F6F-B443-0854443C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3BDF5F-2BD5-4585-9C8B-ECA1F0B9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04B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44A06-1DDB-4D6F-9E9F-6DAB0B9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FlushModeType.COMMIT peut reporter l UPDATE au point ou le rollback l empeche de partir.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93FA-4DD3-4B3A-AD81-DB42B7A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SELECT part avant synchronisation ; la modification reste en memoire jusqu a la fin rollback-only.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CB85A-33DE-43EF-8B99-FCB1111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57C82-4BE0-4618-827F-289CDA49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1F8FB-4409-4C14-B6B9-19509DC5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9550F-9434-497A-9909-05C2680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08C8D-A7E0-4403-9B65-4472217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FLUSH 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398B-FE85-40A7-B975-789E592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3543B-37FB-4DF8-B87A-F9A9588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useCase04bCommitFlushModeBeforeQuery.run();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useCase04bCommitFlushModeBeforeQuery.after();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4468E-DFF1-44C8-9DEE-74462F9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209F1-F8FC-42EC-BADC-CBD8167B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0D9F8-BAF7-4BA3-820E-9E69F00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0E8A3-06FD-4524-8F58-F69A3AA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entityManager.setFlushMode(COMMIT) reporte le flush automatique avant requete.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DFB85-AD2D-4B90-998C-8CF47EA6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F16DB-E7C0-4A1A-9082-2D6D09C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BD5F3-CAC4-4C8F-974A-25A6088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2A960-F4F4-440C-AFD4-84AA3F4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SELECT sans UPDATE prealable du smartphone.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91DEB-38DD-4392-BBC0-C3D2F2B1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3E94D-81DD-4589-B86D-3BEF1F4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C8ECD-695C-4B59-9B21-1B980F8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AB6B8-B5C9-4F81-8247-4310E17D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330B3-913A-4F05-8B61-59CFA2A5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B2744-A413-4D31-9934-6DF8D1E3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D6953-A507-4BF0-8029-4710687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CDC26-DAE0-493F-B25E-66622C4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B8BBD-1D23-49F8-AEA3-6E43FD5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33BC0-97A5-4E72-965A-FBCC8689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021B8-65E3-4EFB-AA13-DB29BD3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6D3CC-FA07-49E3-95A5-B9282E4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B48A7-B06B-4B66-BC4F-6971AC53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=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85A8D-2DBC-46FC-A9E3-DC46D189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212C59-0152-4AF6-9274-56539DC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prix smartphone = 899.00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68E51-6108-4669-9354-E683AE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BEDF4-DAC3-4945-BC31-A6DF23B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 flush mode change ce que la requete voit</a:t>
            </a:r>
          </a:p>
        </p:txBody>
      </p:sp>
    </p:spTree>
    <p:extLst>
      <p:ext uri="{BB962C8B-B14F-4D97-AF65-F5344CB8AC3E}">
        <p14:creationId xmlns:p14="http://schemas.microsoft.com/office/powerpoint/2010/main" val="20292165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979F7-636A-4F38-BEDF-B335BF6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C08889-C21E-4423-9FA1-BFEE792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CD7A33-C47D-48B7-B418-6779F19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04C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47A12-4AFC-4B96-8215-A9D4CCB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flush()+clear() limite le cache L1 dans une boucle, mais les UPDATE restent annulables par rollback.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4B576-4D43-4178-AEE5-CB7AFC58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demo cree un graphe, modifie commandes et lignes, flushe par lots puis rollbacke tout.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F1D20-179E-4213-B107-094FCFD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ECB3-5155-477F-8225-B593427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Hibernate tutorial - transactions, persistence context, dirty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3C82F-B1DA-442F-9461-7B27E3B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7B29-C176-42D7-B1AE-46ED1807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3D8BE-10F7-477E-8D40-B8E2D53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FF5D6-2CA8-423E-89A3-7CE99C5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829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78230-4D42-49ED-B245-01AF844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48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useCase04cPersistenceContextGrowthInLoop.run();</a:t>
            </a:r>
          </a:p>
          <a:p xmlns:a="http://schemas.openxmlformats.org/drawingml/2006/main">
            <a:pPr algn="l">
              <a:def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useCase04cPersistenceContextGrowthInLoop.after();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3AD0C-DFE3-4DAF-AAE3-9808560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1AFE4-5F72-4F29-9C2A-91D35354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6956C-0692-455D-BFA3-1CFB4077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le code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18E88-8816-48A5-A2FC-57CD2B4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premiere boucle accumule le graphe ; seconde boucle traite par lots avec flush()+clear().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76E1A-C651-470F-BCC6-93ED7C4D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0CCFA-C94A-41D6-AD13-33194934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956C4-9F4C-4939-BDF9-47D64C45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Trace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FFCD7-708B-44C7-B2EB-A9D9DD66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beaucoup d UPDATE envoyes pendant les flush.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D904D-1D2F-4DE2-892F-49CA0F8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Lecture apres run()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E437D-BCF8-4024-8B97-F5E7D1B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78564-3828-444C-94E6-C32B5ED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63B46-4328-4E0C-8198-AA1DED86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8C9D4-0F90-47EE-A65D-BE5FE51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SQL / flush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7FB1-B4C3-4DC9-A66A-18B9FB1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7CBA8-63F7-46E1-9210-4841B89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Etat final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79DF3-83F8-45EE-B09B-FA5089D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5A2DF-FA95-4CF7-9997-F99CFE7C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Message pedagogique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E1051-92AD-429E-BE2B-C4968E6B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1E4BC-A088-4F2F-907A-2F573DB5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B838C-AB81-4F85-9F94-4579AA7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47A43-6AAD-4FD3-AAE5-0831416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entityUpdateCount &gt;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4D63E-7988-4714-AD0A-8ECB274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A7F0D-B05A-40AF-B9B4-C2A8899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client demo et produits bulk absents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5E9A2-BFAE-4193-BAB6-41778BF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C86B0-DC5D-480B-B20F-47DFA6B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95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flush libere la file SQL ; clear libere le contexte</a:t>
            </a:r>
          </a:p>
        </p:txBody>
      </p:sp>
    </p:spTree>
    <p:extLst>
      <p:ext uri="{BB962C8B-B14F-4D97-AF65-F5344CB8AC3E}">
        <p14:creationId xmlns:p14="http://schemas.microsoft.com/office/powerpoint/2010/main" val="1638747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2026-05-08T18:31:18.7750000Z</dcterms:created>
  <dcterms:modified xsi:type="dcterms:W3CDTF">2026-05-08T18:31:18.7750000Z</dcterms:modified>
</coreProperties>
</file>