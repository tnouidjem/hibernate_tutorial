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73692c00fe4828" /><Relationship Type="http://schemas.openxmlformats.org/officeDocument/2006/relationships/extended-properties" Target="/docProps/app.xml" Id="R52f149207b704913" /><Relationship Type="http://schemas.openxmlformats.org/officeDocument/2006/relationships/officeDocument" Target="/ppt/presentation.xml" Id="Rc7bdfacc4b2f49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4bbfbd0ee348f7"/>
  </p:sldMasterIdLst>
  <p:notesMasterIdLst>
    <p:notesMasterId xmlns:r="http://schemas.openxmlformats.org/officeDocument/2006/relationships" r:id="Ra5572aea6f3846bf"/>
  </p:notesMasterIdLst>
  <p:sldIdLst>
    <p:sldId xmlns:r="http://schemas.openxmlformats.org/officeDocument/2006/relationships" id="256" r:id="R05f99dd6c968499f"/>
    <p:sldId xmlns:r="http://schemas.openxmlformats.org/officeDocument/2006/relationships" id="257" r:id="Rba2a1c12f94f43b5"/>
    <p:sldId xmlns:r="http://schemas.openxmlformats.org/officeDocument/2006/relationships" id="258" r:id="R1333cb1926c742ba"/>
    <p:sldId xmlns:r="http://schemas.openxmlformats.org/officeDocument/2006/relationships" id="259" r:id="R67b8026382104373"/>
    <p:sldId xmlns:r="http://schemas.openxmlformats.org/officeDocument/2006/relationships" id="260" r:id="R1c8911fc492648de"/>
    <p:sldId xmlns:r="http://schemas.openxmlformats.org/officeDocument/2006/relationships" id="261" r:id="Rac5e9fcba9a348c7"/>
    <p:sldId xmlns:r="http://schemas.openxmlformats.org/officeDocument/2006/relationships" id="262" r:id="R45e34b9083ba4f0b"/>
    <p:sldId xmlns:r="http://schemas.openxmlformats.org/officeDocument/2006/relationships" id="263" r:id="R856d887f6b3846c8"/>
    <p:sldId xmlns:r="http://schemas.openxmlformats.org/officeDocument/2006/relationships" id="264" r:id="R893b3905315d42de"/>
    <p:sldId xmlns:r="http://schemas.openxmlformats.org/officeDocument/2006/relationships" id="265" r:id="Rd315cd0808084851"/>
    <p:sldId xmlns:r="http://schemas.openxmlformats.org/officeDocument/2006/relationships" id="266" r:id="Rd44237851fd74f35"/>
    <p:sldId xmlns:r="http://schemas.openxmlformats.org/officeDocument/2006/relationships" id="267" r:id="Rf75b4c74aada4eac"/>
    <p:sldId xmlns:r="http://schemas.openxmlformats.org/officeDocument/2006/relationships" id="268" r:id="Rfd0c0230f9fc48bd"/>
    <p:sldId xmlns:r="http://schemas.openxmlformats.org/officeDocument/2006/relationships" id="269" r:id="R9dfed9dfd0d142ea"/>
    <p:sldId xmlns:r="http://schemas.openxmlformats.org/officeDocument/2006/relationships" id="270" r:id="Rf429cfcd2a8a4ac4"/>
    <p:sldId xmlns:r="http://schemas.openxmlformats.org/officeDocument/2006/relationships" id="271" r:id="Rb1af0214b752438f"/>
    <p:sldId xmlns:r="http://schemas.openxmlformats.org/officeDocument/2006/relationships" id="272" r:id="Red4c80d8dad746bd"/>
    <p:sldId xmlns:r="http://schemas.openxmlformats.org/officeDocument/2006/relationships" id="273" r:id="R04e6c67909234352"/>
    <p:sldId xmlns:r="http://schemas.openxmlformats.org/officeDocument/2006/relationships" id="274" r:id="R48a9d108d7ee443e"/>
    <p:sldId xmlns:r="http://schemas.openxmlformats.org/officeDocument/2006/relationships" id="275" r:id="R0ac586e0ca0c4cf9"/>
    <p:sldId xmlns:r="http://schemas.openxmlformats.org/officeDocument/2006/relationships" id="276" r:id="Rf713ba8cbfa34b22"/>
    <p:sldId xmlns:r="http://schemas.openxmlformats.org/officeDocument/2006/relationships" id="277" r:id="R05a0dff4658549c6"/>
    <p:sldId xmlns:r="http://schemas.openxmlformats.org/officeDocument/2006/relationships" id="278" r:id="R56f79dab38bd4430"/>
    <p:sldId xmlns:r="http://schemas.openxmlformats.org/officeDocument/2006/relationships" id="279" r:id="R0d81b26d2c02418d"/>
    <p:sldId xmlns:r="http://schemas.openxmlformats.org/officeDocument/2006/relationships" id="280" r:id="R6c40cb9dc41a4bc1"/>
    <p:sldId xmlns:r="http://schemas.openxmlformats.org/officeDocument/2006/relationships" id="281" r:id="R442c8c044905415f"/>
    <p:sldId xmlns:r="http://schemas.openxmlformats.org/officeDocument/2006/relationships" id="282" r:id="Rf12c9bdd22d5469c"/>
    <p:sldId xmlns:r="http://schemas.openxmlformats.org/officeDocument/2006/relationships" id="283" r:id="Rc69da4fe0d6e4c0f"/>
    <p:sldId xmlns:r="http://schemas.openxmlformats.org/officeDocument/2006/relationships" id="284" r:id="R9ca2dbfc99b04f57"/>
    <p:sldId xmlns:r="http://schemas.openxmlformats.org/officeDocument/2006/relationships" id="285" r:id="R028ace1178c44190"/>
    <p:sldId xmlns:r="http://schemas.openxmlformats.org/officeDocument/2006/relationships" id="286" r:id="Rdcc6c0915b99424d"/>
    <p:sldId xmlns:r="http://schemas.openxmlformats.org/officeDocument/2006/relationships" id="287" r:id="R9278c6b21af14eb6"/>
    <p:sldId xmlns:r="http://schemas.openxmlformats.org/officeDocument/2006/relationships" id="288" r:id="R4c26792ff5d4401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bbfbd0ee348f7" /><Relationship Type="http://schemas.openxmlformats.org/officeDocument/2006/relationships/theme" Target="/ppt/theme/theme1.xml" Id="R2b54a381929842e4" /><Relationship Type="http://schemas.openxmlformats.org/officeDocument/2006/relationships/notesMaster" Target="/ppt/notesMasters/notesMaster1.xml" Id="Ra5572aea6f3846bf" /><Relationship Type="http://schemas.openxmlformats.org/officeDocument/2006/relationships/presProps" Target="/ppt/presProps.xml" Id="R86c8bda305e54639" /><Relationship Type="http://schemas.openxmlformats.org/officeDocument/2006/relationships/viewProps" Target="/ppt/viewProps.xml" Id="R8f8daafec5a14af5" /><Relationship Type="http://schemas.openxmlformats.org/officeDocument/2006/relationships/tableStyles" Target="/ppt/tableStyles.xml" Id="Ra0ae0da60dd740de" /><Relationship Type="http://schemas.openxmlformats.org/officeDocument/2006/relationships/slide" Target="/ppt/slides/slide1.xml" Id="R05f99dd6c968499f" /><Relationship Type="http://schemas.openxmlformats.org/officeDocument/2006/relationships/slide" Target="/ppt/slides/slide2.xml" Id="Rba2a1c12f94f43b5" /><Relationship Type="http://schemas.openxmlformats.org/officeDocument/2006/relationships/slide" Target="/ppt/slides/slide3.xml" Id="R1333cb1926c742ba" /><Relationship Type="http://schemas.openxmlformats.org/officeDocument/2006/relationships/slide" Target="/ppt/slides/slide4.xml" Id="R67b8026382104373" /><Relationship Type="http://schemas.openxmlformats.org/officeDocument/2006/relationships/slide" Target="/ppt/slides/slide5.xml" Id="R1c8911fc492648de" /><Relationship Type="http://schemas.openxmlformats.org/officeDocument/2006/relationships/slide" Target="/ppt/slides/slide6.xml" Id="Rac5e9fcba9a348c7" /><Relationship Type="http://schemas.openxmlformats.org/officeDocument/2006/relationships/slide" Target="/ppt/slides/slide7.xml" Id="R45e34b9083ba4f0b" /><Relationship Type="http://schemas.openxmlformats.org/officeDocument/2006/relationships/slide" Target="/ppt/slides/slide8.xml" Id="R856d887f6b3846c8" /><Relationship Type="http://schemas.openxmlformats.org/officeDocument/2006/relationships/slide" Target="/ppt/slides/slide9.xml" Id="R893b3905315d42de" /><Relationship Type="http://schemas.openxmlformats.org/officeDocument/2006/relationships/slide" Target="/ppt/slides/slide10.xml" Id="Rd315cd0808084851" /><Relationship Type="http://schemas.openxmlformats.org/officeDocument/2006/relationships/slide" Target="/ppt/slides/slide11.xml" Id="Rd44237851fd74f35" /><Relationship Type="http://schemas.openxmlformats.org/officeDocument/2006/relationships/slide" Target="/ppt/slides/slide12.xml" Id="Rf75b4c74aada4eac" /><Relationship Type="http://schemas.openxmlformats.org/officeDocument/2006/relationships/slide" Target="/ppt/slides/slide13.xml" Id="Rfd0c0230f9fc48bd" /><Relationship Type="http://schemas.openxmlformats.org/officeDocument/2006/relationships/slide" Target="/ppt/slides/slide14.xml" Id="R9dfed9dfd0d142ea" /><Relationship Type="http://schemas.openxmlformats.org/officeDocument/2006/relationships/slide" Target="/ppt/slides/slide15.xml" Id="Rf429cfcd2a8a4ac4" /><Relationship Type="http://schemas.openxmlformats.org/officeDocument/2006/relationships/slide" Target="/ppt/slides/slide16.xml" Id="Rb1af0214b752438f" /><Relationship Type="http://schemas.openxmlformats.org/officeDocument/2006/relationships/slide" Target="/ppt/slides/slide17.xml" Id="Red4c80d8dad746bd" /><Relationship Type="http://schemas.openxmlformats.org/officeDocument/2006/relationships/slide" Target="/ppt/slides/slide18.xml" Id="R04e6c67909234352" /><Relationship Type="http://schemas.openxmlformats.org/officeDocument/2006/relationships/slide" Target="/ppt/slides/slide19.xml" Id="R48a9d108d7ee443e" /><Relationship Type="http://schemas.openxmlformats.org/officeDocument/2006/relationships/slide" Target="/ppt/slides/slide20.xml" Id="R0ac586e0ca0c4cf9" /><Relationship Type="http://schemas.openxmlformats.org/officeDocument/2006/relationships/slide" Target="/ppt/slides/slide21.xml" Id="Rf713ba8cbfa34b22" /><Relationship Type="http://schemas.openxmlformats.org/officeDocument/2006/relationships/slide" Target="/ppt/slides/slide22.xml" Id="R05a0dff4658549c6" /><Relationship Type="http://schemas.openxmlformats.org/officeDocument/2006/relationships/slide" Target="/ppt/slides/slide23.xml" Id="R56f79dab38bd4430" /><Relationship Type="http://schemas.openxmlformats.org/officeDocument/2006/relationships/slide" Target="/ppt/slides/slide24.xml" Id="R0d81b26d2c02418d" /><Relationship Type="http://schemas.openxmlformats.org/officeDocument/2006/relationships/slide" Target="/ppt/slides/slide25.xml" Id="R6c40cb9dc41a4bc1" /><Relationship Type="http://schemas.openxmlformats.org/officeDocument/2006/relationships/slide" Target="/ppt/slides/slide26.xml" Id="R442c8c044905415f" /><Relationship Type="http://schemas.openxmlformats.org/officeDocument/2006/relationships/slide" Target="/ppt/slides/slide27.xml" Id="Rf12c9bdd22d5469c" /><Relationship Type="http://schemas.openxmlformats.org/officeDocument/2006/relationships/slide" Target="/ppt/slides/slide28.xml" Id="Rc69da4fe0d6e4c0f" /><Relationship Type="http://schemas.openxmlformats.org/officeDocument/2006/relationships/slide" Target="/ppt/slides/slide29.xml" Id="R9ca2dbfc99b04f57" /><Relationship Type="http://schemas.openxmlformats.org/officeDocument/2006/relationships/slide" Target="/ppt/slides/slide30.xml" Id="R028ace1178c44190" /><Relationship Type="http://schemas.openxmlformats.org/officeDocument/2006/relationships/slide" Target="/ppt/slides/slide31.xml" Id="Rdcc6c0915b99424d" /><Relationship Type="http://schemas.openxmlformats.org/officeDocument/2006/relationships/slide" Target="/ppt/slides/slide32.xml" Id="R9278c6b21af14eb6" /><Relationship Type="http://schemas.openxmlformats.org/officeDocument/2006/relationships/slide" Target="/ppt/slides/slide33.xml" Id="R4c26792ff5d440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4732d8b90aa40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a27585861b48d0" /><Relationship Type="http://schemas.openxmlformats.org/officeDocument/2006/relationships/notesMaster" Target="/ppt/notesMasters/notesMaster1.xml" Id="R9c9b3dc59d8647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3789b7ea604fe9" /><Relationship Type="http://schemas.openxmlformats.org/officeDocument/2006/relationships/notesMaster" Target="/ppt/notesMasters/notesMaster1.xml" Id="R8c9daabe4ed949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86f70856f24cdb" /><Relationship Type="http://schemas.openxmlformats.org/officeDocument/2006/relationships/notesMaster" Target="/ppt/notesMasters/notesMaster1.xml" Id="R4fa39062ef1e42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ec1c7c3dbf42fe" /><Relationship Type="http://schemas.openxmlformats.org/officeDocument/2006/relationships/notesMaster" Target="/ppt/notesMasters/notesMaster1.xml" Id="R20f537f4594647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f88f941d0c47c5" /><Relationship Type="http://schemas.openxmlformats.org/officeDocument/2006/relationships/notesMaster" Target="/ppt/notesMasters/notesMaster1.xml" Id="R2848f499309e4f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c24703992945fa" /><Relationship Type="http://schemas.openxmlformats.org/officeDocument/2006/relationships/notesMaster" Target="/ppt/notesMasters/notesMaster1.xml" Id="R224558a9cf624b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4ec195d3414bf7" /><Relationship Type="http://schemas.openxmlformats.org/officeDocument/2006/relationships/notesMaster" Target="/ppt/notesMasters/notesMaster1.xml" Id="Re387ab21757544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94c8a0a67d44b0" /><Relationship Type="http://schemas.openxmlformats.org/officeDocument/2006/relationships/notesMaster" Target="/ppt/notesMasters/notesMaster1.xml" Id="R87a1523330404a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80627e9498442c" /><Relationship Type="http://schemas.openxmlformats.org/officeDocument/2006/relationships/notesMaster" Target="/ppt/notesMasters/notesMaster1.xml" Id="Rfa6c7998e8dd43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c945b6cad54679" /><Relationship Type="http://schemas.openxmlformats.org/officeDocument/2006/relationships/notesMaster" Target="/ppt/notesMasters/notesMaster1.xml" Id="R95bbe1be049a47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e4995bf23b41af" /><Relationship Type="http://schemas.openxmlformats.org/officeDocument/2006/relationships/notesMaster" Target="/ppt/notesMasters/notesMaster1.xml" Id="R0ee3dec7b9ff4c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92cdcc4b414f5d" /><Relationship Type="http://schemas.openxmlformats.org/officeDocument/2006/relationships/notesMaster" Target="/ppt/notesMasters/notesMaster1.xml" Id="Rc10800ac082e4c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690529fdf0479f" /><Relationship Type="http://schemas.openxmlformats.org/officeDocument/2006/relationships/notesMaster" Target="/ppt/notesMasters/notesMaster1.xml" Id="R8c7ccb651d214a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4fa47744054bbb" /><Relationship Type="http://schemas.openxmlformats.org/officeDocument/2006/relationships/notesMaster" Target="/ppt/notesMasters/notesMaster1.xml" Id="R1aad5b08031841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003eace72e409f" /><Relationship Type="http://schemas.openxmlformats.org/officeDocument/2006/relationships/notesMaster" Target="/ppt/notesMasters/notesMaster1.xml" Id="Rf8126f499e7a418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c33dcda6ac448b" /><Relationship Type="http://schemas.openxmlformats.org/officeDocument/2006/relationships/notesMaster" Target="/ppt/notesMasters/notesMaster1.xml" Id="R4ed8bfda56ff4f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4643e6703884767" /><Relationship Type="http://schemas.openxmlformats.org/officeDocument/2006/relationships/notesMaster" Target="/ppt/notesMasters/notesMaster1.xml" Id="Rc51dc48f66c8450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146005ba8844a4f" /><Relationship Type="http://schemas.openxmlformats.org/officeDocument/2006/relationships/notesMaster" Target="/ppt/notesMasters/notesMaster1.xml" Id="R6397242ead874e2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5233a0b4d9482e" /><Relationship Type="http://schemas.openxmlformats.org/officeDocument/2006/relationships/notesMaster" Target="/ppt/notesMasters/notesMaster1.xml" Id="R6d2215de873042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6a95c02db94333" /><Relationship Type="http://schemas.openxmlformats.org/officeDocument/2006/relationships/notesMaster" Target="/ppt/notesMasters/notesMaster1.xml" Id="R8a0d87d599fb4b7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43706469f6b492b" /><Relationship Type="http://schemas.openxmlformats.org/officeDocument/2006/relationships/notesMaster" Target="/ppt/notesMasters/notesMaster1.xml" Id="R907ac64b08e34bc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9cab12b873d4292" /><Relationship Type="http://schemas.openxmlformats.org/officeDocument/2006/relationships/notesMaster" Target="/ppt/notesMasters/notesMaster1.xml" Id="R5954cb666462411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2fb1e59d2a04191" /><Relationship Type="http://schemas.openxmlformats.org/officeDocument/2006/relationships/notesMaster" Target="/ppt/notesMasters/notesMaster1.xml" Id="R1c42227bb0b44a5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601567e937044d3" /><Relationship Type="http://schemas.openxmlformats.org/officeDocument/2006/relationships/notesMaster" Target="/ppt/notesMasters/notesMaster1.xml" Id="R0e8a421923274b0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84216afe749499e" /><Relationship Type="http://schemas.openxmlformats.org/officeDocument/2006/relationships/notesMaster" Target="/ppt/notesMasters/notesMaster1.xml" Id="R5150e8394265407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87411ef667c476a" /><Relationship Type="http://schemas.openxmlformats.org/officeDocument/2006/relationships/notesMaster" Target="/ppt/notesMasters/notesMaster1.xml" Id="R133be92a5d154d9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ef5dee0f5024883" /><Relationship Type="http://schemas.openxmlformats.org/officeDocument/2006/relationships/notesMaster" Target="/ppt/notesMasters/notesMaster1.xml" Id="R645fcf48fc6c473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2f6f63894ed4dbb" /><Relationship Type="http://schemas.openxmlformats.org/officeDocument/2006/relationships/notesMaster" Target="/ppt/notesMasters/notesMaster1.xml" Id="R9d8aa6dbe044443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1ce1a5000d44b38" /><Relationship Type="http://schemas.openxmlformats.org/officeDocument/2006/relationships/notesMaster" Target="/ppt/notesMasters/notesMaster1.xml" Id="R85a95eac4ee9401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2848b5448c24c31" /><Relationship Type="http://schemas.openxmlformats.org/officeDocument/2006/relationships/notesMaster" Target="/ppt/notesMasters/notesMaster1.xml" Id="R883fe80188a7455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3051ab950224d21" /><Relationship Type="http://schemas.openxmlformats.org/officeDocument/2006/relationships/notesMaster" Target="/ppt/notesMasters/notesMaster1.xml" Id="R54208ca7212b4a8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ce2b4f6fbed4a8d" /><Relationship Type="http://schemas.openxmlformats.org/officeDocument/2006/relationships/notesMaster" Target="/ppt/notesMasters/notesMaster1.xml" Id="R41aed4172ffd43f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1055feb9c1c419d" /><Relationship Type="http://schemas.openxmlformats.org/officeDocument/2006/relationships/notesMaster" Target="/ppt/notesMasters/notesMaster1.xml" Id="R31166950b9b141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f67c0caad4c5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5c0ddb4f65d4c57" /><Relationship Type="http://schemas.openxmlformats.org/officeDocument/2006/relationships/slideLayout" Target="/ppt/slideLayouts/slideLayout2.xml" Id="R4aa55c8953414b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a55c8953414b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82eac7d52a4653" /><Relationship Type="http://schemas.openxmlformats.org/officeDocument/2006/relationships/notesSlide" Target="/ppt/notesSlides/notesSlide1.xml" Id="R489423d847204f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74fd3994cb4bd6" /><Relationship Type="http://schemas.openxmlformats.org/officeDocument/2006/relationships/notesSlide" Target="/ppt/notesSlides/notesSlide2.xml" Id="R26a934f93e3042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266e890ed044b8" /><Relationship Type="http://schemas.openxmlformats.org/officeDocument/2006/relationships/notesSlide" Target="/ppt/notesSlides/notesSlide3.xml" Id="Rdc7e5e32231c49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0018c6e0c54aab" /><Relationship Type="http://schemas.openxmlformats.org/officeDocument/2006/relationships/notesSlide" Target="/ppt/notesSlides/notesSlide4.xml" Id="R8341959d6b2649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5d515edf0b4fcc" /><Relationship Type="http://schemas.openxmlformats.org/officeDocument/2006/relationships/notesSlide" Target="/ppt/notesSlides/notesSlide5.xml" Id="R58df5a52eae14e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2db9cd80cc4551" /><Relationship Type="http://schemas.openxmlformats.org/officeDocument/2006/relationships/notesSlide" Target="/ppt/notesSlides/notesSlide6.xml" Id="Rf4dd3ce5184b48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97812b40ba4042" /><Relationship Type="http://schemas.openxmlformats.org/officeDocument/2006/relationships/notesSlide" Target="/ppt/notesSlides/notesSlide7.xml" Id="R7e666d9ff3614e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98a5dbebb24eb2" /><Relationship Type="http://schemas.openxmlformats.org/officeDocument/2006/relationships/notesSlide" Target="/ppt/notesSlides/notesSlide8.xml" Id="Re84d4986bfd74c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a051826871487f" /><Relationship Type="http://schemas.openxmlformats.org/officeDocument/2006/relationships/notesSlide" Target="/ppt/notesSlides/notesSlide9.xml" Id="Rb0530fddded34d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9bdf56c8a444c3" /><Relationship Type="http://schemas.openxmlformats.org/officeDocument/2006/relationships/notesSlide" Target="/ppt/notesSlides/notesSlide10.xml" Id="R519b80b9fbd240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89132a7bb74546" /><Relationship Type="http://schemas.openxmlformats.org/officeDocument/2006/relationships/notesSlide" Target="/ppt/notesSlides/notesSlide11.xml" Id="Rec8d5528164a42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3dbabc6a7c4686" /><Relationship Type="http://schemas.openxmlformats.org/officeDocument/2006/relationships/notesSlide" Target="/ppt/notesSlides/notesSlide12.xml" Id="Rdec403a2451d43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579b26d26c413a" /><Relationship Type="http://schemas.openxmlformats.org/officeDocument/2006/relationships/notesSlide" Target="/ppt/notesSlides/notesSlide13.xml" Id="Rdd7920f4b89941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6b8b7f73d04d0c" /><Relationship Type="http://schemas.openxmlformats.org/officeDocument/2006/relationships/notesSlide" Target="/ppt/notesSlides/notesSlide14.xml" Id="Rc4de7eaa2b8543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6ee600f48c4649" /><Relationship Type="http://schemas.openxmlformats.org/officeDocument/2006/relationships/notesSlide" Target="/ppt/notesSlides/notesSlide15.xml" Id="Ra42acd04776a4c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9ef18d844241f3" /><Relationship Type="http://schemas.openxmlformats.org/officeDocument/2006/relationships/notesSlide" Target="/ppt/notesSlides/notesSlide16.xml" Id="R9d4c7210fe1140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66e1fee9f047a9" /><Relationship Type="http://schemas.openxmlformats.org/officeDocument/2006/relationships/notesSlide" Target="/ppt/notesSlides/notesSlide17.xml" Id="R6bad3ee87b774d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f2fea3eb0e4d6e" /><Relationship Type="http://schemas.openxmlformats.org/officeDocument/2006/relationships/notesSlide" Target="/ppt/notesSlides/notesSlide18.xml" Id="Rd6c6adbf808b48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54297b0ad84eba" /><Relationship Type="http://schemas.openxmlformats.org/officeDocument/2006/relationships/notesSlide" Target="/ppt/notesSlides/notesSlide19.xml" Id="R9090e5773c634bc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0ecbecdb1a4ccf" /><Relationship Type="http://schemas.openxmlformats.org/officeDocument/2006/relationships/notesSlide" Target="/ppt/notesSlides/notesSlide20.xml" Id="R7a74300974b64c3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b1a75c26784f1a" /><Relationship Type="http://schemas.openxmlformats.org/officeDocument/2006/relationships/notesSlide" Target="/ppt/notesSlides/notesSlide21.xml" Id="Rbf30999dfc4d42e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ead79211a9460b" /><Relationship Type="http://schemas.openxmlformats.org/officeDocument/2006/relationships/notesSlide" Target="/ppt/notesSlides/notesSlide22.xml" Id="Rea338815a8b247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614a4f0945424c" /><Relationship Type="http://schemas.openxmlformats.org/officeDocument/2006/relationships/notesSlide" Target="/ppt/notesSlides/notesSlide23.xml" Id="Rb0f058d9122541d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f4872e0639433c" /><Relationship Type="http://schemas.openxmlformats.org/officeDocument/2006/relationships/notesSlide" Target="/ppt/notesSlides/notesSlide24.xml" Id="R849638c2b93544a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301451ca0147b4" /><Relationship Type="http://schemas.openxmlformats.org/officeDocument/2006/relationships/notesSlide" Target="/ppt/notesSlides/notesSlide25.xml" Id="R40c046b963094c4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b3106204904653" /><Relationship Type="http://schemas.openxmlformats.org/officeDocument/2006/relationships/notesSlide" Target="/ppt/notesSlides/notesSlide26.xml" Id="R0d409e55e994463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26126154374b45" /><Relationship Type="http://schemas.openxmlformats.org/officeDocument/2006/relationships/notesSlide" Target="/ppt/notesSlides/notesSlide27.xml" Id="Rfd3a6c75935f4c4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d9679c9822463a" /><Relationship Type="http://schemas.openxmlformats.org/officeDocument/2006/relationships/notesSlide" Target="/ppt/notesSlides/notesSlide28.xml" Id="R169b4b91858e41e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2c601eb4eb484c" /><Relationship Type="http://schemas.openxmlformats.org/officeDocument/2006/relationships/notesSlide" Target="/ppt/notesSlides/notesSlide29.xml" Id="R21b1783a51f84d4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5e477aa12e4f3d" /><Relationship Type="http://schemas.openxmlformats.org/officeDocument/2006/relationships/notesSlide" Target="/ppt/notesSlides/notesSlide30.xml" Id="Ra0d6fb1c9e57476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15e7ee8d224197" /><Relationship Type="http://schemas.openxmlformats.org/officeDocument/2006/relationships/notesSlide" Target="/ppt/notesSlides/notesSlide31.xml" Id="R0372f41c5ac1483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5319089cc5485e" /><Relationship Type="http://schemas.openxmlformats.org/officeDocument/2006/relationships/notesSlide" Target="/ppt/notesSlides/notesSlide32.xml" Id="R2f2ba35232da4de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637fd3b9544347" /><Relationship Type="http://schemas.openxmlformats.org/officeDocument/2006/relationships/notesSlide" Target="/ppt/notesSlides/notesSlide33.xml" Id="Rb4893e879f0246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5083BE-FA33-46CF-B3B8-DB64FB7B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EBB4B05-E181-46D3-9A05-8BCCE8D8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48ED72-EA09-46DD-8AAF-8C852297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A3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6A34A"/>
                </a:solidFill>
                <a:latin typeface="Aptos"/>
                <a:ea typeface="Aptos"/>
                <a:cs typeface="Aptos"/>
              </a:rPr>
              <a:t>COURS HIBERNATE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2FD57-798E-43C9-8084-7BDCF416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DF8"/>
                </a:solidFill>
                <a:latin typeface="Aptos Display"/>
                <a:ea typeface="Aptos Display"/>
                <a:cs typeface="Aptos Display"/>
              </a:rPr>
              <a:t>Transactions, hydrated state, dirty checking et cache de premier niveau.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33D97-8CAD-4411-B16C-4064F67F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2D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2DD"/>
                </a:solidFill>
                <a:latin typeface="Aptos"/>
                <a:ea typeface="Aptos"/>
                <a:cs typeface="Aptos"/>
              </a:rPr>
              <a:t>Support autonome pour comprendre le TP sans demonstration orale. Le deck suit le code existant et explique quoi observer dans les logs et dans les after().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2F2FD-54F1-4470-8BC1-7358F992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E918B-A6C8-4A74-BF57-3897FD32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B2C6E-E41D-4ED7-872A-84DC6E0D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EFBE1-4866-4227-A505-0AF25EC8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C7969-6FB8-445C-BFEC-C0C7E430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1C5D3-B9DF-403A-88EF-A0554F65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6A34A"/>
                </a:solidFill>
                <a:latin typeface="Aptos"/>
                <a:ea typeface="Aptos"/>
                <a:cs typeface="Aptos"/>
              </a:rPr>
              <a:t>Objectif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66D27-6592-48D9-87DF-6E53AE90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2800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Comprendre pourquoi modifier un objet Java ne suffit pas a modifier durablement la base. Il faut une entite managee, un flush, puis un commit.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E8F41-B152-4C1A-8C76-4B0F58C2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04B22-039D-4D27-BCE0-6A046CCD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B1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EF500-4D70-44D9-BCDF-9B38FA68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03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DB1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DB1A8"/>
                </a:solidFill>
                <a:latin typeface="Aptos"/>
                <a:ea typeface="Aptos"/>
                <a:cs typeface="Aptos"/>
              </a:rPr>
              <a:t>Mode de lecture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2A0E6-B737-413C-A033-0940CA2E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47975"/>
            <a:ext cx="2800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Chaque notion theorique est ensuite rattachee a un use case du projet. Les slides use case indiquent intention, mecanisme Hibernate, preuve et etat final.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F27C3-E30E-486D-91D9-2A1731A4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E00C1-1011-4197-AFAA-1F444AD8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B3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B48C8-236D-45ED-B0E0-1F79E08C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003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B3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FB3D9"/>
                </a:solidFill>
                <a:latin typeface="Aptos"/>
                <a:ea typeface="Aptos"/>
                <a:cs typeface="Aptos"/>
              </a:rPr>
              <a:t>A garder en tete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91EA2-55AD-4695-82D7-E81E0F88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47975"/>
            <a:ext cx="2800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SQL envoye ne veut pas dire SQL committe. Une transaction rollback-only peut montrer un UPDATE dans les logs tout en laissant la base inchangee.</a:t>
            </a:r>
          </a:p>
        </p:txBody>
      </p:sp>
    </p:spTree>
    <p:extLst>
      <p:ext uri="{BB962C8B-B14F-4D97-AF65-F5344CB8AC3E}">
        <p14:creationId xmlns:p14="http://schemas.microsoft.com/office/powerpoint/2010/main" val="18320732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2BCF67-FC41-41CF-9AC4-9DD267F2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3F4F70E-FBAF-4393-B661-FCA50134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DA04556-8E14-4B66-A9E2-2BA28BE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POURQUOI CE COURS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10CA5-CB07-4130-8F27-5821189A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Le TP rend visibles des comportements que Hibernate cache souvent trop bien.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1C49E-28A5-4F02-B443-DF6CB5A8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Quand tout marche, Spring Data JPA donne l impression que save(), findById() et @Transactional suffisent. Les problemes arrivent quand on confond objet Java, contexte de persistance, SQL envoye et commit.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B17F4-A59B-492B-A4A4-D0881E43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37005-C148-47F3-9D7D-A093AAEA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70EA88-1996-4D33-9DF1-5540DD62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CA4A2-A675-4FAD-BC16-602D3C01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CFE78-039B-4EE3-BC3A-97F109A1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5C062-98AF-40CF-9532-4206ECF6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Ce que le developpeur voit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6D59D-DE05-4081-A43F-9921C06E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Des objets Java modifies avec des setters.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Des repositories qui retournent des entites.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Des annotations @Transactional.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Des logs SQL parfois surprenants.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Ces signaux sont utiles, mais chacun ne raconte qu une partie de l histoire.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33400-2C60-4E20-B9D9-17102DF3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E7841-5B52-460E-9111-06691237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91626-7319-491D-817C-36717A43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Ce que Hibernate gere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BECCF-E2C8-4D35-905D-FB911EAA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Un Persistence Context par transaction.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Une instance Java unique par entite managee.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Un snapshot interne appele hydrated state.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Une file de synchronisation SQL executee au flush.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Une decision finale au commit ou rollback.</a:t>
            </a:r>
          </a:p>
        </p:txBody>
      </p:sp>
    </p:spTree>
    <p:extLst>
      <p:ext uri="{BB962C8B-B14F-4D97-AF65-F5344CB8AC3E}">
        <p14:creationId xmlns:p14="http://schemas.microsoft.com/office/powerpoint/2010/main" val="2948515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A66104-9DB3-42DE-BBBA-6C1F4B5C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315F8AF-4C04-42A0-B9E3-20569846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E00B0E6-138D-4CB2-BFBC-DF7962CA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TRANSACTION 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A9E13-B05A-4B77-A92A-AF1EBDAB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Une requete de modification n est finalisee qu au COMMIT.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B6477-73E5-4B42-8C87-01CAA2A6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Un UPDATE peut etre envoye a la base pendant une transaction. Tant que COMMIT n est pas execute avec succes, l effet reste annulable par ROLLBACK.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465186-33BB-4F4F-86BC-2FA3535A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0EF38-CC4B-478C-9099-DD09F54E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7D184-9CB8-4155-96D8-5C2DA8BF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EF5BB-4E85-4B3E-9EDE-09917161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74C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78D9F6-C201-40F3-8137-446725D9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BEGIN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BDEE-9B9B-40B3-B27D-09F86175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1543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connexion entre dans une transaction. Les changements ne sont pas encore durables.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36078-9C3B-452D-AAFB-381C5BF8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480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310B5-4805-4A32-B0FD-4B0BA629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0990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ED7A1-9C0C-4E6D-B43D-EF1CF392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28875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7D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FD8C6-532A-4643-B169-FAC756E9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431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UPDATE / DELETE / INSERT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8053D-27D5-49AE-8751-B343E7ED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90825"/>
            <a:ext cx="1828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base recoit du SQL. Elle peut prendre des locks et ecrire dans son journal.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8EE47-0AF1-404B-85C8-5EA29BB5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FF2A4-AE5B-4738-BF14-9BC43A80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00990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9C978-CE0A-4E9E-9D73-EE2CC8D3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28875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B947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2EDD6-1CAC-4DF6-BBDB-C5407C32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431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Etat provisoire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23BD64-4F54-4DDF-AEBA-6A0AB012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90825"/>
            <a:ext cx="1828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Selon le niveau d isolation, les autres transactions peuvent ou non voir certains effets.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67164-DE08-43B9-B094-56301D98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480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C361A-A613-4F3D-8301-296B4832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00990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E761A8-CCED-448B-8BEB-1579C9ED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428875"/>
            <a:ext cx="114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F7D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C18AED-914B-4E62-A513-F167336D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431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DA55ED-E7C1-4636-BFD2-55447230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90825"/>
            <a:ext cx="876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transaction reussit. Les modifications deviennent durables.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589C02-31F4-4791-99D9-045F4878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914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DD6191-40B7-4D71-851D-F61AB137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6CC02A-4BBB-4094-8977-42355C01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880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Lecture des logs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916D68-6AF9-4C90-A329-CC57F474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05350"/>
            <a:ext cx="8801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Voir un UPDATE dans les logs Hibernate prouve que le SQL a ete envoye. Cela ne prouve pas que la transaction a ete validee. Les use cases 4a et 4c exploitent volontairement cette nuance.</a:t>
            </a:r>
          </a:p>
        </p:txBody>
      </p:sp>
    </p:spTree>
    <p:extLst>
      <p:ext uri="{BB962C8B-B14F-4D97-AF65-F5344CB8AC3E}">
        <p14:creationId xmlns:p14="http://schemas.microsoft.com/office/powerpoint/2010/main" val="19758328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355F16-03A4-44DD-B2C1-A0E5DAA4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45B67FE-B008-4B32-83FC-A36F69D4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C0D4E41-0787-4FB8-A3BF-E62233ED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COMMIT VS ROLLBACK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48631-4D39-433F-BC58-32161AEB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La durabilite est une propriete de la transaction, pas du setter Java.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101BE-4FDA-482E-A0E9-3FAC918F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Dans le TP, plusieurs demonstrations changent volontairement un objet puis forcent rollback-only. C est utile pour observer Hibernate sans polluer les donnees de depart.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E055D-5A09-4496-8F89-A818AAF2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2387F-0A10-45A4-A53B-2F5BE98C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8632D-E277-414D-AC4E-93523480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317B4-8652-44FC-AF82-FAF0D16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B6D1F-C853-4E97-84BB-A2C57679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209CF5-05F0-4506-B16B-35B53676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25B94-41C7-4C19-8397-956DE4AB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Hibernate peut flusher avant ou pendant le commit.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Le gestionnaire de transaction demande la validation.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La base rend les changements durables.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Une relecture apres transaction doit voir le nouvel etat.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Exemples: use cases 00a et 00b.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31338-0414-45EA-9127-C4BF65B4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238BD-250F-428A-929B-6E7CFC9D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2BB24-CEE9-4A15-9890-335A9B01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Rollback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E7AC7-17E7-4F76-8D5F-59F29284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Le SQL deja envoye est annule par la base.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Les objets Java modifies disparaissent avec la transaction.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Une relecture apres transaction doit retrouver l etat initial.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Les logs peuvent quand meme contenir des UPDATE.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Exemples: use cases 04a et 04c.</a:t>
            </a:r>
          </a:p>
        </p:txBody>
      </p:sp>
    </p:spTree>
    <p:extLst>
      <p:ext uri="{BB962C8B-B14F-4D97-AF65-F5344CB8AC3E}">
        <p14:creationId xmlns:p14="http://schemas.microsoft.com/office/powerpoint/2010/main" val="12683889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D0D535-0AE3-454C-92DF-CE4640D0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76ACA67-A8CF-40D3-BCA3-5CE7AF31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D97D0A-8D59-49F5-AEF3-CBBDFCF1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PILE SPRING / JPA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EF5BB-85B7-4550-8648-3ABC93B2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Spring trace la frontiere transactionnelle, Hibernate gere le graphe d objets.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DEECC-F9BB-41DA-A554-6673A75C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Le code applicatif manipule des entites. Hibernate decide si ces entites sont managees, quand les comparer a leur snapshot et quand envoyer le SQL.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FD26B-A05C-427F-B5A4-EC3E17AB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1076D-3F9A-4893-8617-AF06491F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8C607-F650-4535-B265-CB965E3F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DF52A-28DC-4C05-B559-E093A577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74C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98553-4E2C-4733-8FFD-6EFBF06D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955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Use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D28C2-363D-4A1D-A37A-A71EEEC0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432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Methode run(). Peut etre annotee @Transactional ou non.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6C72D-6AD0-4C6F-8E72-882E49C8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52750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DD71C-8B40-4F8D-9048-E4FFE85F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146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A8EFE-1FED-45CC-8B92-60BBC3C7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8125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0B6E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15963-082B-4DCD-8D3A-DB02BFB1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95550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Transaction Spring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3EEFE-DCF5-4E12-A585-CB402DBB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43200"/>
            <a:ext cx="1828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Ouvre, suspend, commit ou rollback selon la propagation et les exceptions.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F42B1-579E-41A6-B99C-C75BBA99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57980-8AD6-40BE-9DB6-9E6835E0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D36CD-C223-4D28-A2BC-84A15897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8125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7D1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A40BE-6B6A-4ED0-92A2-12BBF3F1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95550"/>
            <a:ext cx="1685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EntityManager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54C79-F343-4C52-959B-12597AA4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43200"/>
            <a:ext cx="1685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Porte le Persistence Context de la transaction courante.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9C97C-63B2-43C8-828D-43357CD0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7F8676-410D-4F34-B5DF-497E8C6A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146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F72DA-AB67-4BA1-B16A-52912A9A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81250"/>
            <a:ext cx="1381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F7D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5D435-9AAE-411D-8F95-C7DFEEAA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95550"/>
            <a:ext cx="1114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432929-CA1C-455F-B48A-5D67B02F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743200"/>
            <a:ext cx="11144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Recoit le SQL au flush puis finalise au commit.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9BA8B2-9E07-4DCC-B707-D2056FA6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838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D1F477-5C5D-4CFD-AD99-F3C55959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E7902F-A81D-4FF8-8A66-9487A7C0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14825"/>
            <a:ext cx="803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Conseil de debug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A2067B-1E4E-4235-A1DF-974CFAB1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62475"/>
            <a:ext cx="80391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Toujours separer les questions: y a-t-il une transaction active ? l entite est-elle managee ? un flush a-t-il eu lieu ? le commit a-t-il reussi ?</a:t>
            </a:r>
          </a:p>
        </p:txBody>
      </p:sp>
    </p:spTree>
    <p:extLst>
      <p:ext uri="{BB962C8B-B14F-4D97-AF65-F5344CB8AC3E}">
        <p14:creationId xmlns:p14="http://schemas.microsoft.com/office/powerpoint/2010/main" val="14957129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1B1740-EB00-4BE6-A9A4-EA871E39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4D4594-75FD-40BE-BB3F-E17BB000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CAD4E47-C471-458B-9F18-5BE591C2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ETATS JPA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6E589-EF1B-4788-8437-704951ED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Le dirty checking ne concerne que les entites managees.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285DE-5511-4440-8E3F-5C2C97AA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Une meme classe Java peut representer une ligne persistante, mais l objet courant peut etre transient, manage ou detache selon son lien avec l EntityManager.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54CEE-6FFA-4AFC-AB7F-03485EAA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6E89F-C6C4-48CF-9D49-D62DB7FD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CAC92-E49C-4752-BB6B-982FB72F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89A02-8992-4AD4-A5B9-D2733449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E0946-4D50-4A67-935B-D43AD58F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15A7B-3982-4D3B-ABAF-D35D8E6B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Les etats importants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02EF39-2512-4044-8CEC-E070DCDE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Transient: objet new non connu de Hibernate.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Managed: objet attache au Persistence Context. Hibernate garde son identite et son snapshot.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Detached: objet qui a ete charge mais dont le Persistence Context est ferme ou vide. Les setters ne seront plus flushes automatiquement.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Removed: entite managee marquee pour suppression.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41262-39E8-418E-97F6-9E03A066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11E5A-1E79-4B20-B752-9566BD88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E3E2A-BCE5-419A-8E97-A2A8F1AA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Impact sur le TP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711B6-F4DD-498B-8465-10B84A44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Use case 02a montre une entite detachee: le setter change seulement la memoire Java.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Use cases 00a, 00b, 01 montrent des entites managees dans une transaction.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Use case 02d montre que @Transactional ignore par self-invocation ne suffit pas a rendre l entite managee dans une transaction de service.</a:t>
            </a:r>
          </a:p>
        </p:txBody>
      </p:sp>
    </p:spTree>
    <p:extLst>
      <p:ext uri="{BB962C8B-B14F-4D97-AF65-F5344CB8AC3E}">
        <p14:creationId xmlns:p14="http://schemas.microsoft.com/office/powerpoint/2010/main" val="1260127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CF7012-6D9B-456F-8041-CCFA57A0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213D0B2-2426-4EF3-87F3-DA5952C7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34B4C85-67C0-43A9-BE62-764CE4C5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HYDRATED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41542-A176-427B-A27F-7C5A12A1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Hibernate garde une copie des valeurs lues pour savoir quoi mettre a jour.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A8E78-E479-4AB0-9665-84B6000D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Le hydrated state est le snapshot interne des colonnes chargees. Il n est pas votre objet Java; c est la reference de comparaison au flush.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1F976-B13A-4E0D-9405-48943776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D1FC3-60FE-47DA-BFD1-C444BF8E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8C228-CC76-4B0A-8916-DE1F74E2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22308-0820-42A8-A592-9D7FB66C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74C7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5B71E3-CAE6-40E0-AF59-24B4ECCA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C8543-A71D-4D05-ABC2-C42F5122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ligne SQL est lue depuis la base: id, product_code, name, price...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0A3A8-8B06-4893-9432-ADB1AE17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042EC-7F12-48B8-A809-AF09B208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146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DB556-C68F-48C8-BE2C-0B1F6528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43125"/>
            <a:ext cx="2190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0B6E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EDDE1-FC0E-47D5-8016-73DB6843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5742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Entite Java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02824-BDEC-4196-AD3B-7F6DFC6C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05075"/>
            <a:ext cx="19240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Product@A devient managee. Le code lit et modifie ses champs.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1C819-EBA3-4B74-ADFD-161E09A8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00500"/>
            <a:ext cx="2190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7D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0D94D-ADAE-43B4-A5C6-4578CFD5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1480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Hydrated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4B48F-D28B-4789-92A0-F930CB76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62450"/>
            <a:ext cx="1924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Snapshot: [name=Ultrabook, price=1299.00, ...]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3836B-7456-4DEC-9DC4-2237CF4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52750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E5601-9A47-46EE-B6A7-62F7902F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D101A7-FFCE-49D7-9061-7771654F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B947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9B4958-043F-4339-9B4C-4EBDB57B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955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Setter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779F60-ED1F-492F-9852-248C480C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43200"/>
            <a:ext cx="1543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champ courant change: price=1999.00.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D14968-AAFB-4B9F-A536-6144DDCC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E7EF7C-D1CA-48DA-A825-DBBA5302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146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1E06E3-1336-4995-B956-81D84D9B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81250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F7D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3BEE1E-CC1F-4EA0-8715-7A62FE0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955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Flush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12E9D0-6B96-4B85-9CA7-FB960C63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743200"/>
            <a:ext cx="116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Hibernate compare courant vs snapshot et genere UPDATE si besoin.</a:t>
            </a:r>
          </a:p>
        </p:txBody>
      </p:sp>
    </p:spTree>
    <p:extLst>
      <p:ext uri="{BB962C8B-B14F-4D97-AF65-F5344CB8AC3E}">
        <p14:creationId xmlns:p14="http://schemas.microsoft.com/office/powerpoint/2010/main" val="5168313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66D894-31B8-4848-A963-B2D10CC6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C6727DC-1A87-449D-9FCC-2CB87E16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BE5D1B-4880-4094-9EAB-9742957E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DIRTY CHECKING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FAB7F-6A49-4F20-8778-E4C5BE22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Dirty checking est une comparaison differee, pas un appel immediat a la 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A8973-9578-40BA-AF96-9EED9B87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Quand vous appelez un setter sur une entite managee, Hibernate ne lance pas necessairement un UPDATE immediat. Il attend un flush.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79420-F529-4BAA-AEEB-9F0586EC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659F8-C037-4ADB-BE02-41B34BD2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FBF9B-36F4-4BF1-8834-D80A2D05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19ED9-D2CF-4681-A8E7-2490EF43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71C98-FA3B-4494-997B-42DFC862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2EFE6-B802-446B-B719-D2ACD995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Ce qui se passe en memoire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3CF37-9F39-4B40-BE6A-27371F72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1. L entite est chargee et devient managee.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2. Hibernate stocke son hydrated state.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3. Le code modifie l objet.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4. L objet courant diverge du snapshot.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5. Au flush, Hibernate calcule les differences.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6. Si difference pertinente, il prepare un UPDATE.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FF8E8-52FD-4BD4-909E-021DF053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98F63-5DAA-412A-85B0-C962983D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7363D-1BB2-4716-B2A0-EB110967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Ce que cela implique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C3F56-435E-431E-B457-125F3228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Pas besoin de save() pour une entite deja managee.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Un setter hors Persistence Context ne sera pas detecte.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clear() detache les entites et coupe le dirty checking.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read-only peut changer le comportement de flush.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rollback annule l effet durable, meme si le flush a envoye SQL.</a:t>
            </a:r>
          </a:p>
        </p:txBody>
      </p:sp>
    </p:spTree>
    <p:extLst>
      <p:ext uri="{BB962C8B-B14F-4D97-AF65-F5344CB8AC3E}">
        <p14:creationId xmlns:p14="http://schemas.microsoft.com/office/powerpoint/2010/main" val="44232448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742A58-7A0A-47B8-BE65-DFA2E2B1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1D8E6F2-0AFB-43F1-8FA1-66B1B034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4FF08C6-2207-4B24-B162-8110B968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SAVE() ET ENTITES MANAGEES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46ED6-6A1B-4758-AB08-57D9C62C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save() n est pas le bouton magique du commit.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B84C4-8F66-43D0-81D1-493FBDFB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Dans Spring Data JPA, save() sert surtout a persister ou merger selon l etat de l entite. Pour une entite deja managee, le dirty checking suffit souvent.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A6CB3-D861-4558-8234-9B7ECB4F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48627-B1E4-494F-8474-DBA895CD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AD93D-E13E-4F50-B290-D042E27F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6A2AE-8DF4-4454-86C3-E1530379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B4575-EF57-4EFC-9514-A30620B9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B1492-4EE5-4255-8A88-6068E248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Entite managee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4CAA7-29DA-4C7E-BFF9-5C546165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Si Product est deja dans le Persistence Context, modifier son champ suffit. Au flush, Hibernate detecte le changement. Appeler save() peut retourner la meme instance et n est pas ce qui declenche la durabilite finale.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0B23D-EC99-4692-82A8-991E0C0E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71101-C95A-4542-A85F-24A123CE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59435-109C-4D05-BFB1-C7519605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Entite detachee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B173C-EC00-4CC8-B2B3-173DCAC1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Si Product est detachee, un setter ne suffit pas. Un merge/save peut rattacher une copie, mais il faut encore une transaction, un flush et un commit. Le TP prefere montrer les limites plutot que masquer le probleme.</a:t>
            </a:r>
          </a:p>
        </p:txBody>
      </p:sp>
    </p:spTree>
    <p:extLst>
      <p:ext uri="{BB962C8B-B14F-4D97-AF65-F5344CB8AC3E}">
        <p14:creationId xmlns:p14="http://schemas.microsoft.com/office/powerpoint/2010/main" val="6653064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DC8F42-158D-4C7F-9E42-2B62C564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50F0DF5-A561-49D9-AEA5-4F2ECC8E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8CE8C07-F776-4BF0-985F-8188CE00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CACHE L1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315B8-330B-44ED-90E8-7C6A8F0D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Le cache de premier niveau garantit une seule instance Java par entite managee.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3C62B-B5C6-4DFB-8C29-FDA3397B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Dans un Persistence Context, la cle Product#1 pointe vers une instance unique. Deux lectures du meme id retournent la meme reference tant que le contexte vit.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07C54-CF16-486A-A346-89B04F6E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0D400-500A-42C1-B602-12FCBED1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7225F-119E-44AF-B6BF-EE2D07BA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91595-B128-4FAB-A5DE-E88F105E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0B6E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4CA23-164A-4100-9B9E-26912AE4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3067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Persistence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EBD2E-BB01-4620-A3E3-7427DE4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3200"/>
            <a:ext cx="30670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entitiesByKey: Product#1 -&gt; Product@A</a:t>
            </a:r>
          </a:p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snapshots: Product#1 -&gt; hydrated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F791E-0151-4A83-924B-90078430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337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56BBE2-DD7C-4C3D-96C0-29D4361A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9560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FCD58-8345-4564-A0F9-1B04F4D8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43125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74C7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0BAA8C-9B5C-4789-8B45-680562FC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574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findById(Product#1)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A9434-8605-44B2-9C74-20A067C7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05075"/>
            <a:ext cx="21145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Hibernate cherche d abord dans entitiesByKey. Si Product@A existe deja, pas besoin de relire la ligne.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A3CCE-2815-48F2-8BB9-11C9FAF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2381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C97D1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CED7A-BC36-4ABF-B8FB-5A1CA804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2430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findByProductCode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47DF2-C958-4286-B466-43699AD0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71950"/>
            <a:ext cx="21145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requete par critere peut refaire un SELECT, mais l hydratation retombe sur Product#1 deja manage.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7D23A-1DF9-42FB-B462-6ACFF2D6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337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FAC670-DBA4-407C-B8B8-34324F23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9560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62B963-7753-45E7-92B8-03388BD2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2F7D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F73E8-42EB-4176-8415-E7508135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718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Meme instance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608CB-4634-4768-81DC-6D46E9DF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19450"/>
            <a:ext cx="17335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Les deux variables Java pointent vers Product@A. Modifier l une modifie ce que l autre voit.</a:t>
            </a:r>
          </a:p>
        </p:txBody>
      </p:sp>
    </p:spTree>
    <p:extLst>
      <p:ext uri="{BB962C8B-B14F-4D97-AF65-F5344CB8AC3E}">
        <p14:creationId xmlns:p14="http://schemas.microsoft.com/office/powerpoint/2010/main" val="18491634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49C534-0982-4D92-B4DB-16C9D450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103BE75-6B25-430F-A1D9-2DA6E6A6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DE4ABD1-EE1B-402C-BE55-AE558C05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PORTEE DU CACHE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0551E-BDC2-4C59-BD53-4657390F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Le cache L1 n est ni global ni un cache de requetes.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591A5-CA82-4063-A136-2DD83A14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Il vit avec le Persistence Context, typiquement pendant la transaction. Il ne remplace pas un cache applicatif ni un cache de second niveau.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1E9C3-A43D-4D4D-9A42-76813A2A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1946E-EABA-4056-9001-1DA517CA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023B8-A71F-4A74-A161-D08F2A4C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F8542-9746-4186-97F8-E3728F87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93533-7F5D-4059-9461-27D64E2D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4F78F-DEFC-42E1-AE00-B1B26583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Ce que le cache L1 fait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A890A-AE31-4023-903C-B29A3000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Garantit l identite Java des entites managees.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Evite certains SELECT par id.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Fournit l objet courant si la meme entite est retrouvee.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Stocke les snapshots utiles au dirty checking.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Accumule les entites visitees jusqu a clear() ou fin de transaction.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B619A-CA74-4646-BEF8-53491474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82324-975C-4B6E-82BE-B42B3698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F9F54-8F8B-497D-9197-020E3B7D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Ce qu il ne fait pas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F87F6-FE94-4B0A-9E62-E7AAD05C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Il ne cache pas toutes les requetes JPQL ou Spring Data par critere.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Il ne survit pas a la fermeture du contexte.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Il ne rend pas les changements durables.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Il peut meme masquer un changement externe tant que l entite managee existe.</a:t>
            </a:r>
          </a:p>
        </p:txBody>
      </p:sp>
    </p:spTree>
    <p:extLst>
      <p:ext uri="{BB962C8B-B14F-4D97-AF65-F5344CB8AC3E}">
        <p14:creationId xmlns:p14="http://schemas.microsoft.com/office/powerpoint/2010/main" val="98221027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F38C28-FFF3-47A2-B9CA-D63FB0E4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B0D5698-44ED-4996-8CED-D4A95F22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CA443B-B933-478C-8E89-09478C48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WRITE-BEHIND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735D8-FAF9-4CC0-BECB-2F6D31FD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Hibernate accumule les changements et les synchronise plus tard.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ABC8A-276B-4C75-A56D-72E8DDA9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Ce comportement est appele transactional write-behind. Il permet d optimiser les SQL, mais impose de bien comprendre flush et commit.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5E8E2-D1A1-4ADE-AB67-DEA437F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92920-96E0-4649-B435-00227337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AE5BA-949A-41F8-AC0D-62604D81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588CE-935C-4199-AF62-7B6FC7A8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A091C-5675-46C7-9BD5-A1EA8F6E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46D71-8306-444F-AD5A-DB4BA8F2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Pourquoi c est utile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E8979-4B75-4D15-B521-5F8D4CC3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Plusieurs setters peuvent devenir un seul UPDATE.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Hibernate peut ordonner certaines operations.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Le code travaille dans un modele objet coherent.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La base est synchronisee aux moments necessaires.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28EAC-A85F-44FE-80D5-310E22B3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E14D0-1DB8-4C8C-81FD-A97187BE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19992-7692-49DC-916C-71800F54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Pourquoi c est piegeux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90034-6785-4405-9F0E-5450E744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Le SELECT suivant peut forcer un flush avant que vous l attendiez.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Une transaction rollback-only peut envoyer SQL puis tout annuler.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Le contexte peut grossir dans les boucles si on ne clear pas.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Le mode read-only ou FlushModeType.COMMIT change les attentes.</a:t>
            </a:r>
          </a:p>
        </p:txBody>
      </p:sp>
    </p:spTree>
    <p:extLst>
      <p:ext uri="{BB962C8B-B14F-4D97-AF65-F5344CB8AC3E}">
        <p14:creationId xmlns:p14="http://schemas.microsoft.com/office/powerpoint/2010/main" val="201441032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6C0611-8664-4F5B-B7B1-6A159BC2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FE8051B-F2BC-4F14-A93A-4032DD42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2476CFF-C836-4E32-9728-D2C46C48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FLUSH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6951B-FBD9-48B1-8C6F-DC76AFA6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flush() synchronise la base transactionnelle, mais ne committe pas.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9FF0C-3565-463A-8F4C-03B84120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Le flush envoie les INSERT, UPDATE et DELETE en attente a JDBC. La transaction reste ouverte et peut encore rollbacker.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3FDBD-D96D-4E82-B189-CAD7F169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F23F3-2228-4662-8FD4-A105BE44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A0A52-631C-424C-A96F-E3D62E44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E30CB-514D-402E-AFC5-FA2108BB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1B18E-C68C-4292-A759-CFE51E8A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8395A-1296-47E0-9431-F9117865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Declencheurs courants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C9F2B-D0EB-48F3-BD6D-F5F7EB53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Commit de transaction.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Requete JPQL en FlushMode AUTO si Hibernate doit garantir une lecture coherente.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Appel explicite entityManager.flush().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Certaines operations repository selon le contexte.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E8B5A-F690-4BDC-94C5-0EADE47B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9C520-4C08-4DBB-95C3-435C0D42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27E62-1C73-4E59-B803-64F9D8D5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Ce qu il faut observer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7340C-3493-4BE0-8D35-87739EF1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Dans les logs SQL, un flush se voit par l apparition d UPDATE/INSERT/DELETE avant la fin de la methode. Mais le resultat final doit etre verifie par une relecture apres transaction. C est le role des after().</a:t>
            </a:r>
          </a:p>
        </p:txBody>
      </p:sp>
    </p:spTree>
    <p:extLst>
      <p:ext uri="{BB962C8B-B14F-4D97-AF65-F5344CB8AC3E}">
        <p14:creationId xmlns:p14="http://schemas.microsoft.com/office/powerpoint/2010/main" val="3046629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0F246E-7FE5-477D-9C8F-18437789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B9BE011-7C0E-4406-A29B-5767E2B6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3119DDF-1623-4AE6-92E6-8A0C9352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FLUSH MODES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AC537-A54A-4DA6-B615-2ED198B6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AUTO cherche la coherence avant requete ; COMMIT peut reporter la synchronisation.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93E25-B437-4E34-8B76-4660132B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Les use cases 04a et 04b comparent directement ces deux comportements.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D6238-F313-41C2-BACD-4873A29F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625AF-B5DF-4F82-8A9E-68DA1498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61C14-18E1-4E27-B351-FCC0AC4F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9EBEA-7659-4CEC-B914-5714D2CB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0772A-D106-486A-8B39-AA4F9452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33800-93A1-4654-90EE-6104F92F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FlushMode AUTO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EA066-AF81-42A7-9110-9760A501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Avant une requete JPQL, Hibernate peut flusher les changements en attente. La requete voit alors un etat coherent avec le Persistence Context. Cela peut produire un UPDATE avant un SELECT.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C72C3-4575-4FFB-9672-C7FB8BA9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A16B1-610D-4681-B95A-54C2E24E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5AF6C-9EE5-481D-81ED-45B7331C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FlushMode COMMIT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D5CB8-08D6-4166-9910-19671CCF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Hibernate peut attendre la fin de transaction. Une requete executee avant commit peut lire l etat deja present en base, sans voir la modification encore en memoire.</a:t>
            </a:r>
          </a:p>
        </p:txBody>
      </p:sp>
    </p:spTree>
    <p:extLst>
      <p:ext uri="{BB962C8B-B14F-4D97-AF65-F5344CB8AC3E}">
        <p14:creationId xmlns:p14="http://schemas.microsoft.com/office/powerpoint/2010/main" val="21365345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F86782-644B-45E1-937A-64E02C26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8823B5F-E852-4B93-A8CF-E6BFB181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40666CC-D0FD-4C64-A9E0-302DDCAF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CLEAR()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5B2E4-C8BE-4650-B513-53A32BA0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clear() detache toutes les entites du Persistence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4366A-F1BD-454C-A89E-98A9E4C6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clear() ne valide rien et n envoie pas SQL par lui-meme. Il coupe le lien entre les objets Java et Hibernate.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746E8-2308-4C40-94DD-87104565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5A3E9-334D-4E53-B5E5-C6D350EA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7EB4D-CCA8-4C4E-85A2-6D35F96B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40670-11EE-4446-B38D-39DEC700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4CFD0-3930-4261-9E0E-3825F3A9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A2C1B-6FF5-4C92-8B31-35D4D3AF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Consequences immediates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0C564-EBBB-4498-A761-69E3BC90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Les entites ne sont plus managees.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Le cache L1 est vide.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Les snapshots sont abandonnes.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Les setters futurs sur ces objets ne seront plus dirty-checkes.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Un prochain find recharge depuis la base.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394C8-0113-4592-A8B6-F0700951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7D667-1375-4168-8810-AEC095FA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38D07-AC39-49C4-AD8A-02D93A78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Usage en TP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3BCF2-3AE7-4442-AAF2-DDA66427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Use case 01 montre qu apres clear(), une relecture par id produit une nouvelle instance Java. Use case 04c montre flush()+clear() comme technique de batch pour eviter de garder trop d entites managees.</a:t>
            </a:r>
          </a:p>
        </p:txBody>
      </p:sp>
    </p:spTree>
    <p:extLst>
      <p:ext uri="{BB962C8B-B14F-4D97-AF65-F5344CB8AC3E}">
        <p14:creationId xmlns:p14="http://schemas.microsoft.com/office/powerpoint/2010/main" val="170789682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5F1BAF-C27E-4C98-9987-BCC0F757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EEC67E-A2C0-4DA5-B60A-573EE37C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178BABE-6762-401E-8826-ADEE97BE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MATRICE FLUSH / CLEAR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C48E7-C48C-4A2B-B850-9B6AD207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flush et clear repondent a deux problemes differents.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146BC-0A04-4457-957C-C3D0E86D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Confondre les deux conduit a mal lire les logs SQL et a mal interpreter le dirty checking.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BF030-9792-4953-98C7-F804B3C7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75CF8-365B-44D6-97F9-B11B8B82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46AE0-5F33-44BE-A2CA-D0E9B3B1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CCC3A-091F-47C5-A74B-D54FDE29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A9DE8-E927-48A2-947E-2C64DC07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Operation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03A17-C71E-438D-9274-3FC1834D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2047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BE854-7091-4CAC-A876-B25AB5C0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1857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SQL envoye 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877FE-0662-4629-B2FA-F912070C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90750"/>
            <a:ext cx="2047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F584B-3B29-4666-8F22-1922A470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24100"/>
            <a:ext cx="1857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Entites managees 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B7DE1-5585-466E-BC16-4CE1A38A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047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B280D9-290C-4779-AF6D-26909A21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1857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Dirty checking futur 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D89FE-A950-4BFD-B0E7-D5162EF7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19075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8D90F-D0EC-482F-9377-8D30BD9E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241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Durable 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29304D-810C-47E9-A81E-C3430234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21C4B-1A66-4E2A-869E-A2ACF17D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setter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F3A77-01AE-4A18-8B6C-AFF90144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2B479-7ECA-46D0-9536-E5FED45D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0512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016B23-5681-439F-ACEB-BAA33143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813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E13CA3-55FC-4E28-B1EA-17E099FE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0512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oui si deja managee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EA2E98-210A-45D5-AC57-D4B789B6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813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7099A2-FF3E-4837-937D-05711BAD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0512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oui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3E7456-A6CF-4120-84A8-C4C85834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7813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49DAD1-EB8B-4E5E-8E13-9D66953A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051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F636D3-2343-4743-8845-6474C9FB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A5A32A-84FB-416D-B0F9-1D0BFC3D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flush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77FF91-058E-49D5-97CE-27C5E637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147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3D5940-E628-4C87-8D7C-BC99D0D2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3852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oui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8BC695-1613-4984-9972-0C0BBD38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147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7BEEFB-CDC4-4D17-8739-31443364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3852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oui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945E04-E058-4CCA-A952-AB3BA31B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147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6A027E-B078-41EA-9381-57F53795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3852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oui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A4D45A-AB3D-4947-A1B1-99FD9869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3147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B8434E-2BFB-43B9-98DC-1ED5A171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4385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0CD0A6-E1EE-4B3E-A34C-586AD9EF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63C27C-EF49-410A-B5BA-F0F0F7BB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0E61A2-E6FF-4552-B7B3-1D7006F1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481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2B001B-CE74-4AEF-B6CC-2C26EDC6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7192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BE9C15-79AC-4BFA-B600-F4A19EBA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8481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A70067-F989-47D5-A765-EF0AD955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7192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75FD2C-D4BB-4145-A7BE-76E55EA4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A5BE38-F371-4A6C-A9CF-A689FE40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7192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non sur anciens objets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164D04-1EDA-433F-99D9-E034E28B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8481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786D8C-580D-417A-BAD4-A74098CE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719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D019E1-5B01-4BE8-868E-48E1B4AF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1D6E79-7BBC-4A68-B008-8577A043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52328C-9F31-463F-9CF3-BB19C84A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815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7F6B78-8CEE-405E-9BAA-64E0FA54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0532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flush possible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6E4C43-EEAD-445D-B9E5-4FF168E9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815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8F58DB-21A3-4EC1-8409-D57D88E2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0532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termine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7D74BF-E833-40F2-B373-13EC87F7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815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AB80E7-18E0-41BE-8E65-D4902798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0532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termine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C9FE7C-6C04-46CB-9896-A6409114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3815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A12ACC-CB87-46CB-A2E8-85C02A92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5053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oui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E800AE-852B-4270-9131-D7BABF3D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995F39D-C282-43EF-ACF2-CEA4FF57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387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rollback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8953A1-C1D7-4D0C-BF02-7017D7CA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149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2E4372-11B3-4A92-85F2-0EFA2357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3872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peut annuler SQL deja envoye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968CFD-1EEE-46E3-BBBA-0C948059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9149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0D4FEF-1DEC-44C0-9CCA-3D2823B0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3872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termine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AEB85DA-85C0-4BA7-9151-205F7FBA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149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3C7341-2F28-4C96-AD1F-F3617729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38725"/>
            <a:ext cx="1857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termine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18E1C6-0AA3-4016-849F-8186214A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9149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33DA0ED-305A-4F93-AB90-CF277C7C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03872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non</a:t>
            </a:r>
          </a:p>
        </p:txBody>
      </p:sp>
    </p:spTree>
    <p:extLst>
      <p:ext uri="{BB962C8B-B14F-4D97-AF65-F5344CB8AC3E}">
        <p14:creationId xmlns:p14="http://schemas.microsoft.com/office/powerpoint/2010/main" val="8130067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765618-46ED-47B1-BF99-4C08D70A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59DB703-1272-450A-B27E-6636A656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B0C174-E19E-4F9E-915D-35CA817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READ-ONLY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78BD7-F007-47E4-B587-0E105F71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Une transaction read-only est une intention technique forte, pas juste une documentation.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2C176-892A-47CE-A8D5-BC672CA4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Spring peut configurer Hibernate pour eviter le flush automatique et optimiser la lecture. Modifier dans ce contexte doit etre considere comme une erreur de conception.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8EA66-5C9B-4768-82BE-EAA0A253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C2861-F6C5-43C8-A9AF-2A45400B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6DA8E-1C34-4603-97D2-8E0ABE32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74A5C-9F81-4B68-87FE-AE1C86B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4B2B4-5EF2-442D-9A16-91FC0C1D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D853D-C97B-45D5-9B3B-3DCCBA33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Ce que read-only favorise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74B51-60E3-43E7-8A8B-7A31ED7F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Requetes de lecture.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Projections DTO.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Chargement LAZY pour parcourir des donnees.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Moins de risque de flush involontaire.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Code plus explicite: cette methode ne doit pas ecrire.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E7AD5-8F38-42A9-96EF-FA016EC3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579BA-1F55-4457-A2AC-9AFECAA3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8CC9AE-0882-4D74-82A5-4D9F4943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Ce que read-only ne doit pas faire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DBB27-DFFD-4AC3-96B6-0CE3FD32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Modifier des entites puis esperer un commit.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Appeler save() pour contourner le contrat.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Melanger verification et mutation.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- Masquer une commande metier dans une methode de lecture.</a:t>
            </a:r>
          </a:p>
        </p:txBody>
      </p:sp>
    </p:spTree>
    <p:extLst>
      <p:ext uri="{BB962C8B-B14F-4D97-AF65-F5344CB8AC3E}">
        <p14:creationId xmlns:p14="http://schemas.microsoft.com/office/powerpoint/2010/main" val="152109233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407FA5-18B8-43F1-8BF2-84A862CD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919C5D8-ED06-4184-97FA-30082063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9E51BA6-663E-44B0-837A-B4C3D113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LAZY LOADING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8A037-F11F-454E-9C40-9D544843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Le LAZY loading est une requete retardee qui a besoin d une session ouverte.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D422C-D28C-4C07-AFC1-B3082483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Une relation LAZY n est pas chargee completement au moment de lire l entite racine. Hibernate garde un proxy qui sait charger plus tard si le contexte existe encore.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6C831-05CB-48D2-98CB-48E56BBA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38AB1-C51E-4F06-8712-3ACEE74E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36326-E0F0-4CAA-95AE-5F653FFE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46CB8-ADA0-4182-A7C3-F51D723C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47EF4-C12A-4F4C-879F-46131B71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E76EC-DF1E-4198-A6CD-CEB4D273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Hors transaction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DA3DE-C225-443C-8656-9E4E995D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repository charge la commande puis ferme son contexte. La collection order.lines reste un proxy. Quand le code appelle size(), Hibernate n a plus de session pour lancer le SELECT: LazyInitializationException.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63DF7-F49A-4C80-8BC1-674BC684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DFE06-D410-4968-939C-7D136614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1B534-BA5C-452F-8B90-1082AC36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Dans une transaction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96017D-A6C9-4402-9625-FF267A0C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commande et son proxy vivent encore dans le Persistence Context. Acceder a order.lines peut declencher le SELECT de la collection. En read-only, c est correct car on lit seulement.</a:t>
            </a:r>
          </a:p>
        </p:txBody>
      </p:sp>
    </p:spTree>
    <p:extLst>
      <p:ext uri="{BB962C8B-B14F-4D97-AF65-F5344CB8AC3E}">
        <p14:creationId xmlns:p14="http://schemas.microsoft.com/office/powerpoint/2010/main" val="170462987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F1DF65-00B2-4F07-9C48-C33189F9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5497269-BFDF-4589-AB30-DD1CE2C4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A57456B-ABAE-4DD5-AB7D-C570281D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VERIFICATION AFTER()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C92FF-FA6F-4126-AA65-90A203D5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La preuve fiable se fait apres la frontiere transactionnelle.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07DD8-C82B-4C49-9FC8-CE342C5A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Le projet ajoute after() dans les classes de use case. Cette methode relit la base et affiche les statistiques Hibernate apres run().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FBE88-F114-46A5-AA4F-7CDE330B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A7011-2CAA-4B8D-9CAB-431DAA1E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ABCD8-017E-4146-BA67-897E28EF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56B81-FB77-4F94-8313-D78F0C9A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74384-9BD6-4FBC-BF57-58AF4D98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57BB0-F6E5-4738-A3EC-C944E71F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Pourquoi apres run()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B1894-CE9C-40BE-B5AA-06CB73F2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Si run() est transactionnelle, verifier dedans peut encore lire l etat du Persistence Context. On veut savoir ce que la base contient une fois commit ou rollback termine. after() separe donc demonstration et preuve.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48F27-22FB-4646-AA7A-2C538369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09587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3E348-9839-46D8-860C-44D2D4FD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571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BE1BF-9B5D-42C5-A9BF-77B12639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57425"/>
            <a:ext cx="4752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Deux preuves complementaires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7D9BF-FFFC-4C9B-9113-F02FC565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05075"/>
            <a:ext cx="47529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1. entityUpdateCount indique si Hibernate a envoye des UPDATE pendant le use case.</a:t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2. La relecture repository ou JPQL indique ce qui reste durablement en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Les deux sont necessaires pour comprendre flush vs commit.</a:t>
            </a:r>
          </a:p>
        </p:txBody>
      </p:sp>
    </p:spTree>
    <p:extLst>
      <p:ext uri="{BB962C8B-B14F-4D97-AF65-F5344CB8AC3E}">
        <p14:creationId xmlns:p14="http://schemas.microsoft.com/office/powerpoint/2010/main" val="133992956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6587D5-BF5A-4E4B-AF96-CF90565D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6CE28C8-9ACB-4E59-9C77-168461FF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BF60482-B1F3-48A4-9698-9F667F9A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USE CASE 00A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C40F6-F681-42D1-B163-F6FF1954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findById montre le cas le plus direct du cache L1.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4C3FF-1C5C-4400-B51E-544743CB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Le deuxieme acces par id ne refait pas de SELECT parce que Product#id est deja dans le Persistence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FB750-0C3A-4800-81DB-64A8B9FB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98D47-0B12-48EA-BDD2-B4EA6957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CD3FD-8916-4B5B-812F-56F174C3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2CED0-4ED3-4ED8-BC24-AF1D6393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A7287-FE86-4AC0-B158-8E720297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7572F-0325-405E-B8A9-D0E58EC0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D2834-D32B-4181-B893-FCBDE2D9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62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useCase00aRepositoryFindByIdUsesFirstLevelCache.run();</a:t>
            </a:r>
          </a:p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useCase00aRepositoryFindByIdUsesFirstLevelCache.after();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606F94-019F-4ABA-9372-326FFD70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7176B-3348-4F66-8100-87EB6FB0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3D1CE-FC45-429C-B1CF-7608C6BD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Intention pedagogique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BCDAF-9366-4126-A1D0-C31458F6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Prouver que la lecture par cle primaire reutilise l instance managee et que le dirty checking committe ensuite la modification.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7DAA0-78BF-4B08-9D0C-D307D2A5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F18D53-4008-4743-BDD7-BF3026F3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5A1F2-4DB1-487C-8837-C4D641B7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Ce que fait Hibernate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1A261-4AE8-42A5-83B3-7768F037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EntityManager.find consulte d abord entitiesByKey. Le setter modifie l instance managee. Au commit, Hibernate compare au hydrated state et envoie un UPDATE.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AB11C-0ED2-463E-9CD1-3981F6EA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78412-371A-4271-A065-01586E43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D2CD5-E1E8-4A14-ACA0-B1347860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Preuve a lire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FDD2FC-B197-4D5B-AC80-CC86DD60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990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Dans les logs: SELECT initial, pas de second SELECT par id, puis UPDATE. Dans after(): entityUpdateCount = 1.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4D7DB0-EBF3-439C-AF8F-466ECF59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DFCBEA-0DB8-444E-928D-9A295471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382603-F4CF-4BB9-86A6-20ABFF22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Piege / regle a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D2D386-F7A0-4CBC-80F0-D2D5AA14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cache L1 est un cache d identite par id. Pour une entite managee, save() n est pas necessaire pour declencher le dirty checking.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108FC7-6C5B-4ED9-B070-ADFE6EB5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351E55-8B29-4369-BAAF-DE1006C2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13BD08-A3B0-42FC-BCD5-705D5EF2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Etat final attendu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4D202F-6236-45A1-B3D9-D0FF11D1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nom du laptop relu en base vaut "Ultrabook modifie via findById".</a:t>
            </a:r>
          </a:p>
        </p:txBody>
      </p:sp>
    </p:spTree>
    <p:extLst>
      <p:ext uri="{BB962C8B-B14F-4D97-AF65-F5344CB8AC3E}">
        <p14:creationId xmlns:p14="http://schemas.microsoft.com/office/powerpoint/2010/main" val="13337724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86A199-E662-4849-B585-3C011D56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0D4CA01-F297-4052-B340-43A586F1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44CD34D-A3E0-4BD1-8A79-44440E1F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USE CASE 00B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A0880-BC95-4463-857D-02D6DDE0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Une requete par critere peut refaire le SELECT sans creer une nouvelle instance.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495AC-0056-47A3-BBC0-E3CEF1D6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findByProductCode execute la requete a chaque appel, mais Hibernate rattache le resultat a la meme entite Product#id deja managee.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7DCE9-4318-47D5-94D4-8C8CCB50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3EC8B-0655-43E8-8D59-5249C005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F7C92-5469-4C68-8255-4013CD20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C4DF7-14FD-407B-99E1-F3E50FE8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A0B7F-19DA-40F3-BFF3-A6021D65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CRITERE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7C7FC-CF09-4F78-BC4F-A6DB8BF2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DCECC-A114-4DC6-A306-FA0C0B5A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62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useCase00bRepositoryCallsShareFirstLevelCache.run();</a:t>
            </a:r>
          </a:p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useCase00bRepositoryCallsShareFirstLevelCache.after();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3C28D4-8FCF-4840-B0D4-1D263EF5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E9E97-E803-4258-82E3-79B48EA3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9EF40-AEC1-4E2C-BA3C-2160E187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Intention pedagogique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089F9-423C-4AEB-8BC7-2EF7618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Distinguer cache de premier niveau et cache de requete. Le L1 ne memorise pas la requete productCode, il memorise l entite par id.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160BA-7DF5-4A2D-AF1F-7F689F31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3D94F-3F86-4815-A026-D91FE99B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45AAA-728F-44F6-AF1C-9761D7FB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Ce que fait Hibernate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38CC6-9702-42DB-9E14-410EF765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SELECT par critere revient avec un id. Hibernate voit que cet id est deja dans le Persistence Context et rend la meme instance Java.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D6A84-3C98-403A-ABBD-FA21FF6E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A95E6-AA3B-42EC-A095-42568B45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EA986-984A-4B38-84C8-EFB0F74F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Preuve a lire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AFD8D-CE7F-43E4-9F4B-EBFF4094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990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Dans les logs: deux SELECT par productCode. Dans la console: meme instance Java. Dans after(): entityUpdateCount = 1.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E8C470-98F1-4AD5-84CA-8D13450C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BB7783-4938-4614-B3F9-F2F4040D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2E0321-30D5-4046-A390-82E84497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Piege / regle a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3615DA-C92F-4CDC-8D10-9233B35C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Refaire une requete ne veut pas dire obtenir un nouvel objet. Hibernate preserve l identite Java dans le contexte.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F89A01-5A7B-4799-8F23-1B328834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75B69E-2EAE-4968-B0BE-6C54C399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510E00-CE24-4CE1-822D-381EF722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Etat final attendu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06A2B9-541E-4FA1-A167-B288DFB1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nom du laptop relu en base vaut "Ultrabook renomme dans le cache".</a:t>
            </a:r>
          </a:p>
        </p:txBody>
      </p:sp>
    </p:spTree>
    <p:extLst>
      <p:ext uri="{BB962C8B-B14F-4D97-AF65-F5344CB8AC3E}">
        <p14:creationId xmlns:p14="http://schemas.microsoft.com/office/powerpoint/2010/main" val="151832926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4DFA4A-A4DA-4F17-8ACD-BE5AA543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43F1AA0-43CF-498C-89D2-7393DA63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0E2C68-F817-4A15-A28B-88FAF53E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USE CASE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E316A-133B-4E8B-996D-BFF16477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clear() coupe le lien entre l objet modifie et Hibernate.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84BA2-95F6-489C-8140-A6CAB5C6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Le use case modifie une entite managee, puis vide le Persistence Context avant la fin. La modification locale n est plus suivie.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FF4AF-B3AC-4A39-8C13-6E4C4C0D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5BCD7-748A-41FD-B37D-0D817F68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A040F-D6D4-4352-9577-2909FB50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22BF8-922A-47A2-8C46-83E03B02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7D01A-3C52-4291-9B84-45E0AE97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CLEAR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EBAAC-CC83-4840-99F3-AE7A838C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362A2-CF42-4143-9DBA-A8D0222A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62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useCase01FirstLevelCache.run();</a:t>
            </a:r>
          </a:p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useCase01FirstLevelCache.after();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07217-BA3A-4394-AE1F-F0C980AC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35089-05E9-479D-8340-01E34B1E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7B837-A72E-46F6-830F-BD1E1E65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Intention pedagogique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6AC4D-812E-49C5-88D5-2A2C5EBE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Montrer explicitement que le cache L1 garantit une seule instance tant qu il existe, puis repart de zero apres clear().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77B96-F842-4846-9875-DB96BFCD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51FEBE-7C05-46F1-BB76-C1CEED8D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648921-B164-4D2C-A536-8015106E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Ce que fait Hibernate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8DDE4-7B36-43AD-8BFC-E569FFBA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Avant clear(), deux find retournent la meme instance. Apres clear(), les anciennes instances sont detachees et une relecture recree une autre instance.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2BEB1-B974-4E3A-A5F9-3A9BF21D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A471B3-B246-457A-B5A6-BB8F96F2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4A418-B26A-43DE-86C4-D64B71F5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Preuve a lire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B7756-2FDF-433D-817D-B477EFFC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990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console compare les references Java avant et apres clear(). after() verifie entityUpdateCount = 0.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08A8ED-4CA0-4DB0-9CF7-6C89DC4F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F1D62C-1036-4B3D-BA53-B4F2D5B3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9A78C5-0AA3-46DA-86B7-23563C15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Piege / regle a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A27F3F-761A-4097-B03D-60200BE7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clear() n est pas un rollback. C est un detach massif. Il empeche simplement les anciennes entites d etre dirty-checkees.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19D8C4-7E32-487F-96FD-B331837F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7BC3F7-4AF9-4C19-8110-3B45E632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13A45F-B135-4CC1-8E7E-F7260794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Etat final attendu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5C14FB-2E92-4ACE-A1FE-C2D5841F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prix du laptop reste 1299.00 car la modification a ete detachee puis la transaction est rollback-only.</a:t>
            </a:r>
          </a:p>
        </p:txBody>
      </p:sp>
    </p:spTree>
    <p:extLst>
      <p:ext uri="{BB962C8B-B14F-4D97-AF65-F5344CB8AC3E}">
        <p14:creationId xmlns:p14="http://schemas.microsoft.com/office/powerpoint/2010/main" val="123011295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3E7646-053F-4850-AB62-D0F4B161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2983F3F-30E2-4409-BBF6-20E23DFF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9595E0A-35F5-4CCA-A797-BAC25A44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USE CASE 02A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DE8A4-0497-43DB-A64E-B13DEB65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Sans transaction de service, l entite retournee par le repository devient detachee.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A06BC-0FC1-47E8-921D-EB7FE559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Le repository ouvre et ferme sa propre transaction. Apres le retour, le setter modifie seulement un objet Java.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EBFA6-0F22-48E7-8B6E-FA5DDF1C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E9119-569B-4352-BB79-01EBC943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9AC6B-3F13-449F-97D2-CCB35DA3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6C778-1369-4D48-AA2D-07C536DD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3F3CF-061A-4A18-BB2E-264ABD2A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DETACHE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05FED-7F2A-498A-80E3-57361E32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08DFC-08E2-477A-942E-4DE87F9B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62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useCase02aDetachedEntityOutsideServiceTransaction.run();</a:t>
            </a:r>
          </a:p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useCase02aDetachedEntityOutsideServiceTransaction.after();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E75FD-257B-4D06-9B72-A2E3361C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2CD53-2561-45AC-8E50-86285F38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223211-3683-4C31-BC6B-65E3A8EB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Intention pedagogique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5148C-7F71-4076-8310-B8CA0FC2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Faire sentir la difference entre "j ai un Product" et "Hibernate gere ce Product".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7F714-6E52-4836-B7C5-953171EE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E8572-942C-4D34-BDDB-4C36BC37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BB0FA6-6BB7-419B-BE73-811568CD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Ce que fait Hibernate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E1DC0E-A1C5-41BC-B07B-50C601B8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Product charge n est plus associe a un Persistence Context au moment du setter. Aucun snapshot actif ne peut etre compare au flush.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3380E-F59B-40CE-A630-D26ACC70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A608A-02BB-4753-A72B-54D9A1F2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3CEA4D-8EF9-49FF-A81F-CFFBAD9E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Preuve a lire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A9394A-2E01-44D4-B6C8-89B8CD20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990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relecture immediate montre le prix base inchange. after() confirme entityUpdateCount = 0.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E35747-C674-4C79-B639-AC4FA0A4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0D9F0C-2098-4DC8-9361-68065CD5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40402F-3F61-4B7C-B5CF-2F776353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Piege / regle a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F903F9-E308-46C1-B1E5-7F56EE9A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Un objet detache peut ressembler a une entite normale. Le critere important est son attachement au Persistence Context.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53332B-FC9C-4913-A204-D5E219BC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4B50A9-CA2C-495C-98CD-1649064F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ED19A5-329B-41B0-803C-5AEC02CE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Etat final attendu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8CEA9D-555D-4EEF-A577-539C8837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prix du casque reste 149.90.</a:t>
            </a:r>
          </a:p>
        </p:txBody>
      </p:sp>
    </p:spTree>
    <p:extLst>
      <p:ext uri="{BB962C8B-B14F-4D97-AF65-F5344CB8AC3E}">
        <p14:creationId xmlns:p14="http://schemas.microsoft.com/office/powerpoint/2010/main" val="77646604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DBA09F-18B0-4741-8ED9-37D0B00F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EEFADB9-B4BB-40C3-987B-A6E1164E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4A601C-080C-4B70-9DDE-451A772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USE CASE 02B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81C3B-54C5-43B4-8B3C-43F691AE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read-only rend visible qu une methode de lecture ne doit pas modifier.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E7D9D-4A07-4F58-96DF-E9D9F920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Le use case modifie une entite et appelle save(), mais la transaction est configuree en lecture seule.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2F8DE-B93F-4321-B3B9-BB0B0636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EB82B-032E-47BD-91A0-945F59AF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03CD0-9711-4CE6-BE8C-904A197F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ED0D0-6B25-483D-A402-959DC444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4662C-3A5D-4B27-BF7F-A7A20524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READ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51D9D-CA10-4E6B-8FCF-A4C77F10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F70BC-4B60-41FB-BF98-7C7CFA71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62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useCase02bReadOnlyTransactionDirtyChecking.run();</a:t>
            </a:r>
          </a:p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useCase02bReadOnlyTransactionDirtyChecking.after();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3F726-2280-4788-A0C5-1FA3B572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8583C-7F25-4F07-9ECC-5F6C7D88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B68D4-351F-4A99-8E33-1DF6C17B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Intention pedagogique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EF900-321F-4379-8A32-4E056493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Montrer que read-only n est pas juste une convention de nommage. C est une configuration qui influence Hibernate.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63390-2F78-4FCD-85F3-E588570C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D531DE-C648-4F27-A2B4-5E509E3A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95DCF-9025-4D6A-B77C-7DAE7966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Ce que fait Hibernate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F627F3-F535-41C3-9639-ABD7EF7A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session Hibernate est read-only avec un flush mode adapte. Le setter change l objet en memoire, mais aucun UPDATE n est attendu au commit.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59DE6-03D8-4806-A276-A0AAC595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5EF031-B7A2-48A2-A544-9EE1EAF4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7ED0C-B0E9-4324-BF29-F31584B7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Preuve a lire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89ED6-BFA1-4EE7-B314-7C34FA96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990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console affiche transaction read-only et flush mode. after() confirme entityUpdateCount = 0.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9A7FB5-1882-4F33-940C-91CE444F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06FA4-D4B8-45D6-B1B3-FBA4A3F7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49B2B4-E98E-419A-BD4B-3443C1ED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Piege / regle a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101D4A-BF96-44F9-BADA-694C8CBF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Ne jamais placer une commande metier dans une transaction read-only. Si le code modifie, il contredit le contrat de la methode.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0D8639-CA0D-4741-B281-FC3FC8AB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50F658-6F14-4D5B-8A9D-05C82A1C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C967DD-904F-4F67-9D23-23CE9B22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Etat final attendu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D4F956-C4A5-4869-8C8C-417F4C72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prix du clavier reste 119.90.</a:t>
            </a:r>
          </a:p>
        </p:txBody>
      </p:sp>
    </p:spTree>
    <p:extLst>
      <p:ext uri="{BB962C8B-B14F-4D97-AF65-F5344CB8AC3E}">
        <p14:creationId xmlns:p14="http://schemas.microsoft.com/office/powerpoint/2010/main" val="2868239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99367D-B498-4E0B-9903-77192B3C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CDF8EFF-BED2-4DBF-BE4B-CB99D1D2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6E9E5C5-4AF6-4605-AAD3-C788299C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USE CASE 02B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368D8-66EF-4750-8E08-287040CD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Une verification separee evite de confondre etat manage et etat 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65864-C8A3-4FE9-B638-5704BBA2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Ce use case relit le clavier apres la transaction read-only precedente.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729CC-258F-46CD-969F-9024DFC1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1092B-6220-4954-A61E-9EC98D97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140C8-B19F-4990-B1EA-A08B5BC9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D9D84-D099-44AC-AC1F-856D7573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72CEC-F7FF-4DB3-9AB0-7028A280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CONTROLE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84E63-66E9-41DA-B55B-F46BB077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E7388-A69D-4A7D-B865-BC3B008B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62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useCase02cReadOnlySaveWasNotCommittedVerification.run();</a:t>
            </a:r>
          </a:p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useCase02cReadOnlySaveWasNotCommittedVerification.after();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77C0A-E91B-4312-A091-A7FCB6FA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9DF48-6DC3-4D5A-8699-46628593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E7746-88FB-4D8E-87A1-929CDD75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Intention pedagogique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6AFBF-DD8C-4E13-A31B-64AAB5A9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Prouver que le setter et le save du use case precedent n ont pas ete valides en base.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9F0C2-F127-411C-8B4F-0C1BDE46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AB2CA-C660-4026-ADE4-9DB8E6AD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19AC5-C462-47E0-BF79-A6166B2B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Ce que fait Hibernate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74E1AB-6DD5-4299-8E18-E13B98C1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Ici il n y a pas de mutation. Le use case sert de lecture de controle apres la fin de la transaction precedente.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E3E6D-9E39-467A-8346-95A69035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63E1D-2A66-4055-B091-6CB24383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14CD7-B001-4DB2-8D84-88114EE6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Preuve a lire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D1FE2D-FDB6-4C08-8496-3277B050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990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console affiche le prix relu. after() confirme aussi que cette verification n a envoye aucun UPDATE.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6F862-8EBD-45C4-8F67-51974619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910821-E6C6-49C3-9D52-3E716761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907D79-57DC-4904-A369-FC412502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Piege / regle a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4885DB-E06E-49A3-92E5-C6AD6138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Pour apprendre Hibernate, une lecture de controle apres transaction vaut mieux qu une supposition basee sur l objet encore en memoire.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1311BE-4685-4C22-BE5A-07337556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87BE83-FA69-47D4-A3C0-AAEBA39E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9BF8F6-584B-476B-908F-7AC7EF37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Etat final attendu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8D29AE-8FD8-4CCE-902F-BB6C831B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prix du clavier est toujours le prix initial.</a:t>
            </a:r>
          </a:p>
        </p:txBody>
      </p:sp>
    </p:spTree>
    <p:extLst>
      <p:ext uri="{BB962C8B-B14F-4D97-AF65-F5344CB8AC3E}">
        <p14:creationId xmlns:p14="http://schemas.microsoft.com/office/powerpoint/2010/main" val="1986554769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BD7EE6-EF6E-4059-A90F-3F668D16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4697554-45FD-4864-832C-C81DD4D6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F1DACC-A2E8-42B3-A108-B0FC8E46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USE CASE 02C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5D6F6-509D-45A8-88DD-B9502C56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Self-invocation contourne le proxy Spring et ignore @Transactional.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BD24E-3CCD-4811-90CF-4CD967B4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Une methode annotee @Transactional appelee depuis la meme instance ne passe pas par le proxy Spring.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28589-DE55-4F06-91D9-AD820A76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5CEF6-293C-49C3-A7EC-CFD8ECD3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6134C-81FD-46C4-9282-3F2F6AB9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EDAE5-49AD-4130-8944-16F7C8A6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19078-7BFA-45E2-943A-C00AAD56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PROXY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9F1BB7-5E9B-49BD-9587-D894620C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EC00B-DEE1-408C-8A7D-EBB6D007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62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useCase02dTransactionalSelfInvocationHasNoEffect.run();</a:t>
            </a:r>
          </a:p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useCase02dTransactionalSelfInvocationHasNoEffect.after();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5EC51-1B17-4B06-AEEC-1BDECB30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0A2BA-B14E-4705-86B3-068819B7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35FA7-7AC3-4ABF-9F6B-3F5DBC39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Intention pedagogique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10EF7-4114-426A-8264-E91C35C7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Montrer pourquoi certaines annotations transactionnelles semblent ne rien faire.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5D3EE-6179-42D8-853F-ADB41238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9DCD85-67EB-4C5C-9BC9-2B3F51DC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398FB-49A1-4C96-A093-425659B5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Ce que fait Hibernate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FB904E-C71E-4987-9C9F-AF15CABB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methode cible ne demarre pas de transaction de service. Le repository charge puis detache l entite, et le setter ne sera pas flushe.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D54EE-713B-41E4-A655-5110B639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1A5D2-ECA8-49DC-B388-0ECF9A63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9AD70-6B35-405E-ADA4-3E93195E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Preuve a lire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3043B-E9E5-4C2A-BCC5-0D757BC3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990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TransactionSynchronizationManager indique qu aucune transaction active n existe dans la methode cible. after(): entityUpdateCount = 0.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6617B3-EB9C-4202-89A9-2BD1D0B9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DA55A5-1411-4D04-895B-3DA8C966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4B6151-A493-4464-AC24-72BD7952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Piege / regle a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6A83EB-2B63-4C98-8D81-7F90F498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@Transactional fonctionne sur les appels qui traversent le proxy Spring. Un appel interne this.method() ne suffit pas.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7BE092-EE09-4662-8F9A-0873EB6B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56A52-59C6-4C3B-9E74-9F0B53A1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EE90BD-2A0B-4F95-A499-3C394C07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Etat final attendu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C36395-8712-4716-8E30-96E4909E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prix du casque reste 149.90.</a:t>
            </a:r>
          </a:p>
        </p:txBody>
      </p:sp>
    </p:spTree>
    <p:extLst>
      <p:ext uri="{BB962C8B-B14F-4D97-AF65-F5344CB8AC3E}">
        <p14:creationId xmlns:p14="http://schemas.microsoft.com/office/powerpoint/2010/main" val="111972180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2525E-D6D0-4CA4-A356-DD1FCC43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955B327-E645-463A-A38E-9755CA37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F2F6164-466E-442F-A999-CBBB4799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USE CASE 02D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81D61-8532-43FB-A720-9DBBECBC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Le LAZY loading hors transaction echoue parce que la session est fermee.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887FD-5D0C-46FD-A532-602F180D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La commande est chargee par repository, puis la collection LAZY est accedee trop tard.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A0670-AB9B-40DC-B0C5-4F4E81D3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02AE6-1997-4776-9458-6B6105AF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397F5-B979-47D0-823C-51F6CF11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E14F6-1DC0-46D2-9C1E-4269989F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4E348-2D87-4D45-9302-1D1350CB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LAZY 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A22D1-AD04-4960-97A2-24D67244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AF56B-7606-4CCF-BDC5-1BFDE593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62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useCase02eLazyLoadingOutsideTransaction.run();</a:t>
            </a:r>
          </a:p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useCase02eLazyLoadingOutsideTransaction.after();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F3A04-066E-4017-99F1-426EFF83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39535-0C1C-4832-A95D-B45EA24F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A2AB7-11EC-4567-B289-5BD8FE1D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Intention pedagogique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544F2-9480-4A66-887C-BC3DD170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Comprendre pourquoi LazyInitializationException n est pas un bug aleatoire, mais une consequence du cycle de vie.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D48D9-D7D5-4D32-99D7-154D6A1E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BE814-DDD0-45DA-BD9C-D0514289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CCBC5-F04C-4CB8-8315-E13F63BF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Ce que fait Hibernate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5A250-A1E0-412C-B3FA-AA308DFB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order.lines est un proxy. Quand size() est appele, Hibernate voudrait lancer un SELECT. Sans EntityManager ouvert, il leve LazyInitializationException.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79674-C504-471D-B2D8-69A2E95D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612C75-AD89-4A88-86A5-2B15D1E9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1C27A8-0A95-4BCD-ADE4-035A0D0B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Preuve a lire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AF0A8A-625B-4F9A-A7BD-608E0B25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990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use case capture l exception attendue et affiche le message Hibernate. after() confirme aucune ecriture.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26353-EBF4-4611-A9B6-67FF3578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540E58-25CB-4B5D-A7E4-1C31EA47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DE3AAD-3AE0-4327-A2ED-744DCA36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Piege / regle a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B31465-AA6E-4A98-B9BB-CF859B01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Une relation LAZY doit etre initialisee dans une transaction, ou bien chargee via fetch/projection adaptee.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0C7F5C-F1BF-49F8-9CEC-944AC860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BD3D7B-905A-4BB3-A2B7-D64CD35B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CA16C1-9FAF-486C-BEB9-0E250212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Etat final attendu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E7B89B-064B-4489-8878-CE1B513D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base reste inchangee et la premiere commande reste lisible.</a:t>
            </a:r>
          </a:p>
        </p:txBody>
      </p:sp>
    </p:spTree>
    <p:extLst>
      <p:ext uri="{BB962C8B-B14F-4D97-AF65-F5344CB8AC3E}">
        <p14:creationId xmlns:p14="http://schemas.microsoft.com/office/powerpoint/2010/main" val="46823228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B185BE-6083-4E61-8A27-9F22C210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8887BE9-15FA-4E69-9851-D4E0E982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60872C-3C95-4B8C-AAE8-33A72BC9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USE CASE 02E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27325-CB25-421C-BD21-4F042E36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Le LAZY loading fonctionne dans une transaction read-only ouverte.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C76F9-8A81-40B1-84B2-DB050081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La transaction reste ouverte pendant l acces a la collection. Hibernate peut executer le SELECT d initialisation.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C2538-333B-457D-9EC2-4031A475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4F009-B056-4BBC-B326-5FDA5586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377019-94CA-47E7-909A-081B1E0A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DC8F3-DD08-440C-A968-CEE338ED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AC942-A55A-495C-ABA0-5F6B6DD7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LAZY 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615E8-3171-4B25-AAF2-7C0FE2A4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2ACF47-A82F-4E1C-8B77-98C3B75D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62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useCase02fLazyLoadingInsideTransaction.run();</a:t>
            </a:r>
          </a:p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useCase02fLazyLoadingInsideTransaction.after();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17F7B-A235-46AF-AEEF-C9DA1BB2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B73F2-4B8D-4B27-8416-B064F2AE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8B83C7-C808-4822-89EB-68346509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Intention pedagogique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97C7E-83FC-4FD2-BA36-28D2D268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Montrer que read-only n empeche pas les lectures LAZY. Il empeche surtout l intention d ecriture.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7CD64-1FBB-49C5-9A22-C6009008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B410A-E039-4E41-BD37-7B89708A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DAA84-7DE7-49B1-87B5-EC2C3D91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Ce que fait Hibernate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0667C-EB2E-473A-8975-8AFBD957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Persistence Context est encore lie au thread. Le proxy de collection peut utiliser la session pour charger les lignes.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0CAE0-C36E-4B15-84E6-17CED3A0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10BDC-2969-4862-8A8F-917D214D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862346-E308-47D7-BFD3-6199C5C9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Preuve a lire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46C00-0954-497D-818C-C15CC8DA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990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console affiche le nombre de lignes et le montant total. after(): entityUpdateCount = 0.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CE02E9-86E9-45E1-9230-2D472733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2BE41C-B833-40AB-8F22-4FFD7A19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7A6BB0-64F7-4473-84AE-E49728A9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Piege / regle a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B500CF-67BD-4FC7-BE75-EDC59AC9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read-only + LAZY est coherent pour parcourir des donnees. Le probleme du LAZY est la fermeture du contexte, pas la lecture seule.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6EE09D-D681-4CDF-92FA-1082DF38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B1D68C-E31C-4CD6-8704-051C8BF2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AC27DA-4449-4FC7-A911-A2E094C9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Etat final attendu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0859C9-3E1E-4954-9F64-03A8AEC3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base reste inchangee.</a:t>
            </a:r>
          </a:p>
        </p:txBody>
      </p:sp>
    </p:spTree>
    <p:extLst>
      <p:ext uri="{BB962C8B-B14F-4D97-AF65-F5344CB8AC3E}">
        <p14:creationId xmlns:p14="http://schemas.microsoft.com/office/powerpoint/2010/main" val="6717100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3FCB2-554B-4087-81A9-5D42A2CD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E9431AB-044A-4835-9314-E43DAEE0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D7F02F6-52D8-4347-97D2-D5B657FC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USE CASE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78446-C6C2-4064-9564-A8F45F34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La projection DTO evite de materialiser un graphe d entites inutile.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0C2C5-763E-476B-8873-88F8988A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La requete JPQL construit ProductSalesDto directement avec des agregats.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C72FE-A9DF-4235-AA36-826ED1B0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3CE4A-CF55-43B0-8BB7-A2F246C8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6480E-CCAC-4D2C-BA03-0F63BAC1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C974F-C0A4-4F6C-A961-2C87BC78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1139B-04F5-4A2F-9B3F-EC6160B6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DTO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800E8-2590-45DB-B94A-0DBAC4F0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175E2-438A-4702-8183-35319D13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62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useCase03DtoProjectionInReadOnlyTransaction.run();</a:t>
            </a:r>
          </a:p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useCase03DtoProjectionInReadOnlyTransaction.after();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02F5E-E122-4FDE-BE26-6F7120FE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9EB3B-73B0-4301-A2AE-DF8F8105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CD0B2-A944-4662-8E38-4F50A3E8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Intention pedagogique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C311D-20E8-40B3-B715-E3DB73B1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Montrer une strategie de lecture optimisee: retourner exactement les donnees necessaires a l ecran ou au rapport.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CE46A-D4C1-41DE-A599-7DAEAF7F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8DA8C-A558-4244-8CDC-135F1884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5FE11D-87FA-4778-AA8A-108908B1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Ce que fait Hibernate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51031-8579-44EC-A8BC-F8CEA21A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Hibernate execute une requete de projection. Les ProductSalesDto ne sont pas des entites managees et ne participent pas au dirty checking.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7A247-0966-439C-B493-B4DF4D23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A7BADB-8EB4-4E27-9AE5-21A7E557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213AC6-7D34-488D-86D0-C096245F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Preuve a lire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D5FA6-D82F-445F-AF24-74F7306B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990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console affiche les ventes et le chiffre d affaires. after() verifie que la projection reste disponible et qu aucun UPDATE n est envoye.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DD070F-DC8E-4CE2-A7FE-620DC557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1FF37-1196-4AD8-A871-A055909E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E841B4-C9CA-4947-B8E3-C282D850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Piege / regle a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171F2B-1913-4CA8-8250-CD6187DE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Pour les lectures analytiques ou listes, les DTO projections reduisent le cout memoire et evitent de charger des graphes LAZY.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04AF31-814C-4231-98FC-C709A268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B568D1-DD80-4F65-82C0-2F0DC437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9EDE9A-9629-43DA-9E39-23AC6163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Etat final attendu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0FE177-EBED-45C0-9A8D-91ACCCF3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base reste inchangee; seul le resume des ventes est lu.</a:t>
            </a:r>
          </a:p>
        </p:txBody>
      </p:sp>
    </p:spTree>
    <p:extLst>
      <p:ext uri="{BB962C8B-B14F-4D97-AF65-F5344CB8AC3E}">
        <p14:creationId xmlns:p14="http://schemas.microsoft.com/office/powerpoint/2010/main" val="209239264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098430-6400-44A3-8E74-56DB57CC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D81C27C-7A9D-40A2-B08D-8FAADF5E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A762F0-0382-4006-8EA1-55E78BC1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USE CASE 04A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5CFA7-668D-4C6D-B304-B699D00B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Flush AUTO peut envoyer un UPDATE avant le SELECT suivant.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07038-55FF-4E25-A766-444C5823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La requete JPQL doit lire un etat coherent avec le Persistence Context, donc Hibernate synchronise avant.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8BCFC-2BA2-4766-BFC0-FF9336F5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E5375-3308-42E9-A0D8-FF379937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992F7-25A0-4254-975A-E44DD180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F7384-A330-4447-9F61-F79838F0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CBF8F-6D6F-41E6-ACF7-85CDDD22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FLUSH AUTO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C28E16-12FE-420F-A24D-CE96D585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041B5-831E-4801-9FAB-1D3ED135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62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useCase04aAutoFlushBeforeQuery.run();</a:t>
            </a:r>
          </a:p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useCase04aAutoFlushBeforeQuery.after();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3FF9B-DD65-46FA-831F-3782326A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0BE3E-0AD0-42E8-B30C-02FBBF75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3CE92-0BFA-40BF-B07D-C73DCD1D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Intention pedagogique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80A9F-5BA6-4087-A5B9-471ECD6E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Prouver que le SQL peut partir avant la fin de methode et avant le commit.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9E0FD-25AC-4F48-815A-176E7216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84674-EE50-458E-BC73-A045625A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9482D7-9176-4E43-BB98-AEFC2281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Ce que fait Hibernate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F19B2-9AF7-4EA7-A0F7-108D1340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laptop est modifie en memoire. Avant findProductsFromPrice, Hibernate flushe l UPDATE pour que le SELECT voie le nouveau prix.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3E141-248A-485B-8F34-F155D4FC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E8FDCB-A51E-4A8C-BE05-A2BBAB59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B7D811-A78A-4FBA-8EF5-3DDD76E4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Preuve a lire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CA8CD1-A7A5-4432-A2FF-8C27B316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990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Logs: UPDATE du laptop avant le SELECT. after(): entityUpdateCount = 1, puis prix base revenu a 1299.00.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D16A8C-A0E5-4303-BFD4-A1CC054D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7D2AFE-FD73-460B-B57B-50891B57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F295BA-137D-4418-A0A0-949A7668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Piege / regle a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CC6369-5CF7-401D-BCFB-27CCBEB8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Flush AUTO explique beaucoup de surprises dans les logs. Mais SQL envoye ne signifie toujours pas commit durable.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B1007B-2D5D-4FF1-A428-0B629F0A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69F52-E75F-4DE9-866C-29327E4D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FD9BAB-6AD2-42BF-9C80-2E02401B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Etat final attendu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2B1776-89DA-4EC2-8ECB-2565F5D4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Rollback final applique: le prix du laptop reste 1299.00.</a:t>
            </a:r>
          </a:p>
        </p:txBody>
      </p:sp>
    </p:spTree>
    <p:extLst>
      <p:ext uri="{BB962C8B-B14F-4D97-AF65-F5344CB8AC3E}">
        <p14:creationId xmlns:p14="http://schemas.microsoft.com/office/powerpoint/2010/main" val="52799662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C68E74-72D5-4E6C-8EEC-9557E75A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43E31D5-F654-43DC-992C-8F3A0910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CFF7D59-EC16-422B-AE07-74C3205A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USE CASE 04B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67045-5557-4A95-8D16-9502C801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FlushModeType.COMMIT peut reporter l UPDATE jusqu a la fin.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88CDD-67CB-40CE-A274-D6F73156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La requete executee avant commit peut ne pas voir la modification en attente dans l entite managee.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A6294-CBA4-4D99-A1AC-9883F4C4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4371C-5C21-48DC-8D3A-FF98509D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B51F7-8566-491D-A9BF-2549E378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BAD1C-A6D2-4D33-AED6-4277300D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8BE72-1A25-4EA4-B589-530A9477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FLUSH COMMIT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2796E-84A5-42AC-94BC-E47B3CF7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1FFAB-F5AD-4AB0-A958-0BF82EDC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62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useCase04bCommitFlushModeBeforeQuery.run();</a:t>
            </a:r>
          </a:p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useCase04bCommitFlushModeBeforeQuery.after();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E7DC1-4824-49B3-8113-56547A9E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35DA7-1773-408B-A6D6-3512CA20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04968-B1A4-408D-9E32-74C339EB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Intention pedagogique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68535-C05D-4DA8-91A8-72929703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Comparer avec 04a et montrer que le flush mode change la visibilite SQL avant commit.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B7308-B699-47C8-8CA8-5A95C24A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991C9-8564-4879-8446-573B7FC1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D1E38-02D5-470B-880B-64BA2D61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Ce que fait Hibernate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C3DF9-C16E-4060-92CA-2931C746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smartphone est modifie, mais l EntityManager est en COMMIT. Le SELECT part sans UPDATE prealable.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1288DB-E23F-49FB-9B42-3F002A29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178B3-1CEF-45DD-B9F5-4F5BFC92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F0F3D4-1A63-4EC1-8FA9-4FBFE3C7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Preuve a lire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42B1F-2835-4FDC-BF5D-AF984138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990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Logs: SELECT sans UPDATE du smartphone avant la requete. after(): entityUpdateCount = 0.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07618-DB37-4A48-A5BB-71BD7780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9123E1-8B67-4311-8659-F69BA511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2C92FE-1EE3-4D68-854D-83ED3FB7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Piege / regle a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B66C28-6F58-43E4-818C-C17851FB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FlushMode COMMIT peut etre utile, mais il rend plus visible la difference entre etat objet et etat base.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C43091-A5C9-468E-98E5-D6D88E99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F323E2-5519-4C82-B506-4FEEAC5B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CDDC1F-B2DD-4CCE-8050-25FF07A1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Etat final attendu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701584-E7F8-408B-A67A-2A91FE0B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 prix du smartphone reste 899.00.</a:t>
            </a:r>
          </a:p>
        </p:txBody>
      </p:sp>
    </p:spTree>
    <p:extLst>
      <p:ext uri="{BB962C8B-B14F-4D97-AF65-F5344CB8AC3E}">
        <p14:creationId xmlns:p14="http://schemas.microsoft.com/office/powerpoint/2010/main" val="120978696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79FAF7-30EF-4DE4-AC26-77840A56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4601614-497F-43F5-932A-C9D36EDD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46F6EDC-ED0B-422D-BD36-F093F411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USE CASE 04C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555FC-A488-4AB6-B0B8-5E7860BB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flush()+clear() est une technique de batch, pas une validation definitive.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65795-3E18-4CA3-B53D-B058D7AD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Le use case cree un gros graphe, le modifie en boucle, puis flushe et clear par lots avant rollback.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4E556-AF3C-43D1-81C1-194D979D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DDE26-FAEF-4855-80B1-D202EA08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81AF8-F017-49FA-A2EC-BE625385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E3312-4BA5-4292-92B5-AAC0A376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00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3A840-0D12-4863-96E9-CF92BE71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7200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DF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DF8"/>
                </a:solidFill>
                <a:latin typeface="Aptos"/>
                <a:ea typeface="Aptos"/>
                <a:cs typeface="Aptos"/>
              </a:rPr>
              <a:t>BATCH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FF25F-26DC-417D-832B-247DEB40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DA7E2-A29D-4E89-82F1-B416C0F5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162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useCase04cPersistenceContextGrowthInLoop.run();</a:t>
            </a:r>
          </a:p>
          <a:p xmlns:a="http://schemas.openxmlformats.org/drawingml/2006/main">
            <a:pPr algn="l">
              <a:def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defRPr>
            </a:pPr>
            <a:r>
              <a:rPr sz="885" b="0">
                <a:solidFill>
                  <a:srgbClr val="DCE7F3"/>
                </a:solidFill>
                <a:latin typeface="Aptos Mono"/>
                <a:ea typeface="Aptos Mono"/>
                <a:cs typeface="Aptos Mono"/>
              </a:rPr>
              <a:t>useCase04cPersistenceContextGrowthInLoop.after();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4FC3A-9821-4F4E-BCFD-A6D8C2E3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4970B-C1BF-45CB-B0E0-8F62DC08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437D51-C1F9-41AF-8BD2-692C04D7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Intention pedagogique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D3C97-F106-4715-8B09-9F9E71F0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Montrer que le Persistence Context peut grossir dangereusement dans une boucle de traitement.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B3041-0C57-4770-9175-85FDC615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3143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366E4-5977-40C5-96F2-5F5158C6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57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192D3-6706-4F03-AD7D-2F9CFAEA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574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Ce que fait Hibernate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74BBB-78CF-4237-905D-F5057E65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05075"/>
            <a:ext cx="28003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Sans clear, toutes les commandes et lignes visitees restent managees. Avec flush()+clear(), Hibernate envoie les SQL du lot puis detache les objets pour liberer le contexte.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AC6122-02C8-46BD-A8A2-EE4A54AB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B95FB5-9660-4216-A48E-F1335458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79B55-E3A4-4810-BD74-0A2BA001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2990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Preuve a lire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F49EC8-F2A3-461D-AFA8-0A84FD14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9908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Les diagnostics affichent le nombre d entites managees. after(): entityUpdateCount &gt; 0, mais les donnees demo ont disparu.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3DA819-2280-446C-BB88-A0531409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C8D6FB-A407-4C75-A723-AB51F24B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9C32FF-1202-40AF-A4D9-BC0179F8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Piege / regle a retenir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791C61-98F3-4225-B7B6-28685C11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Dans les traitements longs: batcher, flush, clear. Puis verifier le resultat final apres commit ou rollback.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5EBB95-8510-450B-9D1B-821C802A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4AF4D6-5FD2-4A42-B353-44BB72A2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BC47B0-5424-4754-A4D6-CF9BECEB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6717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Etat final attendu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3E8918-E855-45DA-8B30-95D7BDBA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14825"/>
            <a:ext cx="2800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Rollback final applique: client demo et produits bulk absents.</a:t>
            </a:r>
          </a:p>
        </p:txBody>
      </p:sp>
    </p:spTree>
    <p:extLst>
      <p:ext uri="{BB962C8B-B14F-4D97-AF65-F5344CB8AC3E}">
        <p14:creationId xmlns:p14="http://schemas.microsoft.com/office/powerpoint/2010/main" val="95419209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24234-6603-48C7-B7E7-5E6BECB8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20C3AFB-48F3-4FEB-8595-9DC6ED59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71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7CE0431-9CAD-466A-8E20-6A7FB7FC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SYNTHESE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6EE2D-1761-448D-806F-4BD8FDBC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La bonne lecture Hibernate tient en cinq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20EF3-38CC-4523-BB31-6103D6E2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Ces questions permettent de diagnostiquer presque tous les comportements observes dans le TP.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D57D2-FD2F-4FC1-9D29-EB10DD66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3412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AA120-0D12-44B6-A686-DA61C73B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Hibernate TP - cours autonome pour developpeurs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EBBB8-7EB6-42FB-B294-A289C6AC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4008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F6B7A"/>
                </a:solidFill>
                <a:latin typeface="Aptos Mono"/>
                <a:ea typeface="Aptos Mono"/>
                <a:cs typeface="Aptos Mono"/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7BEDF-FA15-429F-9CBE-6A0296D4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190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CFC79-0C2A-4A2D-952B-0A227844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C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41C9A-1562-48D8-8505-6A6AC6AF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2847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4C7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74C77"/>
                </a:solidFill>
                <a:latin typeface="Aptos"/>
                <a:ea typeface="Aptos"/>
                <a:cs typeface="Aptos"/>
              </a:rPr>
              <a:t>1. Transaction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E9914-CEF9-4B0E-B44A-D89AA37F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28479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Une transaction de service est-elle active ? Traverse-t-on bien le proxy Spring ? Est-elle read-only ou rollback-only 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8687D-17D1-4A58-97E7-627DDAB5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190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C833E-A686-4729-9E6B-1961E23B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E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1149B-307B-4475-859B-84613D0B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14575"/>
            <a:ext cx="2847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6E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6E69"/>
                </a:solidFill>
                <a:latin typeface="Aptos"/>
                <a:ea typeface="Aptos"/>
                <a:cs typeface="Aptos"/>
              </a:rPr>
              <a:t>2. Etat de l entite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3EF5E-3DB3-4D04-84C8-4F37E148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62225"/>
            <a:ext cx="28479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 objet est-il transient, manage, detache ou removed ? Seules les entites managees participent au dirty checking.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A240E-59C5-4A5A-9AF6-315B596B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90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016FC-1FCF-4ACE-8CF8-035C4EC4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D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AE995-5985-4200-A867-31071D67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14575"/>
            <a:ext cx="2847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7D1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7D1D"/>
                </a:solidFill>
                <a:latin typeface="Aptos"/>
                <a:ea typeface="Aptos"/>
                <a:cs typeface="Aptos"/>
              </a:rPr>
              <a:t>3. Snapshot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942A2-6578-4C23-9F3B-C9E28FDB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62225"/>
            <a:ext cx="28479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Hibernate possede-t-il un hydrated state a comparer ? clear() ou fermeture du contexte abandonne ce snapshot.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9E450-5A35-4A0E-BF3B-CAF463F0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48125"/>
            <a:ext cx="3190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AD6614-5AD7-4CDD-8951-3498C237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481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7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9E66B4-CC14-4A7A-AA16-ADBB7AA8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71950"/>
            <a:ext cx="2847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4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4733"/>
                </a:solidFill>
                <a:latin typeface="Aptos"/>
                <a:ea typeface="Aptos"/>
                <a:cs typeface="Aptos"/>
              </a:rPr>
              <a:t>4. Flush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32B5F3-4EE3-40B0-91CE-E6A7156B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19600"/>
            <a:ext cx="28479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Un flush a-t-il envoye SQL ? AUTO, COMMIT, requete JPQL et flush explicite changent le moment d envoi.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7F595A-1BA1-4C82-9DD8-ACE7D97E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3190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EF091A-87EC-4DDD-87CC-0C74BA5F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481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A79265-9914-4783-8599-C7032BED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71950"/>
            <a:ext cx="2847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4F"/>
                </a:solidFill>
                <a:latin typeface="Aptos"/>
                <a:ea typeface="Aptos"/>
                <a:cs typeface="Aptos"/>
              </a:rPr>
              <a:t>5. Commit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1665D1-5CE9-43D9-A153-5058D2E7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19600"/>
            <a:ext cx="28479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8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98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 transaction a-t-elle ete validee ? Seule une relecture apres transaction prouve l etat final de la base.</a:t>
            </a:r>
          </a:p>
        </p:txBody>
      </p:sp>
    </p:spTree>
    <p:extLst>
      <p:ext uri="{BB962C8B-B14F-4D97-AF65-F5344CB8AC3E}">
        <p14:creationId xmlns:p14="http://schemas.microsoft.com/office/powerpoint/2010/main" val="1041351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2026-05-08T18:48:16.2610000Z</dcterms:created>
  <dcterms:modified xsi:type="dcterms:W3CDTF">2026-05-08T18:48:16.2610000Z</dcterms:modified>
</coreProperties>
</file>